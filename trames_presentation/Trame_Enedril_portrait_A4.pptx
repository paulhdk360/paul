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7556500" cy="10693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uvertur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ctrTitle" idx="0"/>
          </p:nvPr>
        </p:nvSpPr>
        <p:spPr>
          <a:xfrm>
            <a:off x="635000" y="5346700"/>
            <a:ext cx="6286500" cy="2138680"/>
          </a:xfrm>
        </p:spPr>
        <p:txBody>
          <a:bodyPr lIns="0" tIns="0" rIns="0" bIns="0"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 b="1" cap="all">
                <a:solidFill>
                  <a:srgbClr val="FFFFFF"/>
                </a:solidFill>
                <a:latin typeface="Ubuntu Mono"/>
              </a:defRPr>
            </a:lvl1pPr>
          </a:lstStyle>
          <a:p>
            <a:r>
              <a:rPr lang="fr-FR"/>
              <a:t>Titre de la présentation</a:t>
            </a:r>
          </a:p>
        </p:txBody>
      </p:sp>
      <p:sp>
        <p:nvSpPr>
          <p:cNvPr id="3" name="Sous-titre"/>
          <p:cNvSpPr>
            <a:spLocks noGrp="1"/>
          </p:cNvSpPr>
          <p:nvPr>
            <p:ph type="subTitle" idx="1"/>
          </p:nvPr>
        </p:nvSpPr>
        <p:spPr>
          <a:xfrm>
            <a:off x="635000" y="7612380"/>
            <a:ext cx="6286500" cy="508000"/>
          </a:xfrm>
        </p:spPr>
        <p:txBody>
          <a:bodyPr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300" b="0">
                <a:solidFill>
                  <a:srgbClr val="8FD6FF"/>
                </a:solidFill>
                <a:latin typeface="Ubuntu Mono"/>
              </a:defRPr>
            </a:lvl1pPr>
          </a:lstStyle>
          <a:p>
            <a:r>
              <a:rPr lang="fr-FR"/>
              <a:t>Sous-titre · date · interlocuteur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 idx="0"/>
          </p:nvPr>
        </p:nvSpPr>
        <p:spPr>
          <a:xfrm>
            <a:off x="635000" y="3208020"/>
            <a:ext cx="3400425" cy="3635756"/>
          </a:xfrm>
        </p:spPr>
        <p:txBody>
          <a:bodyPr lIns="0" tIns="0" rIns="0" bIns="0"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 b="1" cap="all">
                <a:solidFill>
                  <a:srgbClr val="FFFFFF"/>
                </a:solidFill>
                <a:latin typeface="Ubuntu Mono"/>
              </a:defRPr>
            </a:lvl1pPr>
          </a:lstStyle>
          <a:p>
            <a:r>
              <a:rPr lang="fr-FR"/>
              <a:t>Titre de section</a:t>
            </a:r>
          </a:p>
        </p:txBody>
      </p:sp>
      <p:sp>
        <p:nvSpPr>
          <p:cNvPr id="3" name="Texte"/>
          <p:cNvSpPr>
            <a:spLocks noGrp="1"/>
          </p:cNvSpPr>
          <p:nvPr>
            <p:ph type="body" idx="1"/>
          </p:nvPr>
        </p:nvSpPr>
        <p:spPr>
          <a:xfrm>
            <a:off x="635000" y="6996176"/>
            <a:ext cx="3022600" cy="762000"/>
          </a:xfrm>
        </p:spPr>
        <p:txBody>
          <a:bodyPr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200" b="0">
                <a:solidFill>
                  <a:srgbClr val="8FD6FF"/>
                </a:solidFill>
                <a:latin typeface="Ubuntu Mono"/>
              </a:defRPr>
            </a:lvl1pPr>
          </a:lstStyle>
          <a:p>
            <a:r>
              <a:rPr lang="fr-FR"/>
              <a:t>Courte introduction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 idx="0"/>
          </p:nvPr>
        </p:nvSpPr>
        <p:spPr>
          <a:xfrm>
            <a:off x="508000" y="508000"/>
            <a:ext cx="5016500" cy="558800"/>
          </a:xfrm>
        </p:spPr>
        <p:txBody>
          <a:bodyPr lIns="0" tIns="0" rIns="0" bIns="0"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1" cap="all">
                <a:solidFill>
                  <a:srgbClr val="0A4FA0"/>
                </a:solidFill>
                <a:latin typeface="Ubuntu Mono"/>
              </a:defRPr>
            </a:lvl1pPr>
          </a:lstStyle>
          <a:p>
            <a:r>
              <a:rPr lang="fr-FR"/>
              <a:t>Titre de la diapositive</a:t>
            </a:r>
          </a:p>
        </p:txBody>
      </p:sp>
      <p:sp>
        <p:nvSpPr>
          <p:cNvPr id="3" name="Contenu"/>
          <p:cNvSpPr>
            <a:spLocks noGrp="1"/>
          </p:cNvSpPr>
          <p:nvPr>
            <p:ph type="body" idx="1"/>
          </p:nvPr>
        </p:nvSpPr>
        <p:spPr>
          <a:xfrm>
            <a:off x="508000" y="1778000"/>
            <a:ext cx="6540500" cy="8128000"/>
          </a:xfrm>
        </p:spPr>
        <p:txBody>
          <a:bodyPr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300" b="0">
                <a:solidFill>
                  <a:srgbClr val="0B1B2E"/>
                </a:solidFill>
                <a:latin typeface="Ubuntu Mono"/>
              </a:defRPr>
            </a:lvl1pPr>
            <a:lvl1pPr marL="177800" indent="-177800">
              <a:spcBef>
                <a:spcPts val="600"/>
              </a:spcBef>
              <a:buClr>
                <a:srgbClr val="#1CB2FE"/>
              </a:buClr>
              <a:buFont typeface="Wingdings"/>
              <a:buChar char="§"/>
              <a:defRPr sz="1300">
                <a:solidFill>
                  <a:srgbClr val="0B1B2E"/>
                </a:solidFill>
                <a:latin typeface="Ubuntu Mono"/>
              </a:defRPr>
            </a:lvl1pPr>
            <a:lvl2pPr marL="381000" indent="-177800">
              <a:spcBef>
                <a:spcPts val="600"/>
              </a:spcBef>
              <a:buClr>
                <a:srgbClr val="#1CB2FE"/>
              </a:buClr>
              <a:buFont typeface="Wingdings"/>
              <a:buChar char="§"/>
              <a:defRPr sz="1150">
                <a:solidFill>
                  <a:srgbClr val="0B1B2E"/>
                </a:solidFill>
                <a:latin typeface="Ubuntu Mono"/>
              </a:defRPr>
            </a:lvl2pPr>
            <a:lvl3pPr marL="584200" indent="-177800">
              <a:spcBef>
                <a:spcPts val="600"/>
              </a:spcBef>
              <a:buClr>
                <a:srgbClr val="#1CB2FE"/>
              </a:buClr>
              <a:buFont typeface="Wingdings"/>
              <a:buChar char="§"/>
              <a:defRPr sz="1100">
                <a:solidFill>
                  <a:srgbClr val="0B1B2E"/>
                </a:solidFill>
                <a:latin typeface="Ubuntu Mono"/>
              </a:defRPr>
            </a:lvl3pPr>
          </a:lstStyle>
          <a:p>
            <a:r>
              <a:rPr lang="fr-FR"/>
              <a:t>Cliquez pour ajouter du texte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lonnes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 idx="0"/>
          </p:nvPr>
        </p:nvSpPr>
        <p:spPr>
          <a:xfrm>
            <a:off x="508000" y="508000"/>
            <a:ext cx="5016500" cy="558800"/>
          </a:xfrm>
        </p:spPr>
        <p:txBody>
          <a:bodyPr lIns="0" tIns="0" rIns="0" bIns="0"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1" cap="all">
                <a:solidFill>
                  <a:srgbClr val="0A4FA0"/>
                </a:solidFill>
                <a:latin typeface="Ubuntu Mono"/>
              </a:defRPr>
            </a:lvl1pPr>
          </a:lstStyle>
          <a:p>
            <a:r>
              <a:rPr lang="fr-FR"/>
              <a:t>Titre de la diapositive</a:t>
            </a:r>
          </a:p>
        </p:txBody>
      </p:sp>
      <p:sp>
        <p:nvSpPr>
          <p:cNvPr id="3" name="Bloc 1"/>
          <p:cNvSpPr>
            <a:spLocks noGrp="1"/>
          </p:cNvSpPr>
          <p:nvPr>
            <p:ph type="body" idx="1"/>
          </p:nvPr>
        </p:nvSpPr>
        <p:spPr>
          <a:xfrm>
            <a:off x="508000" y="1778000"/>
            <a:ext cx="6540500" cy="3937000"/>
          </a:xfrm>
        </p:spPr>
        <p:txBody>
          <a:bodyPr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250" b="0">
                <a:solidFill>
                  <a:srgbClr val="0B1B2E"/>
                </a:solidFill>
                <a:latin typeface="Ubuntu Mono"/>
              </a:defRPr>
            </a:lvl1pPr>
            <a:lvl1pPr marL="177800" indent="-177800">
              <a:spcBef>
                <a:spcPts val="600"/>
              </a:spcBef>
              <a:buClr>
                <a:srgbClr val="#1CB2FE"/>
              </a:buClr>
              <a:buFont typeface="Wingdings"/>
              <a:buChar char="§"/>
              <a:defRPr sz="1250">
                <a:solidFill>
                  <a:srgbClr val="0B1B2E"/>
                </a:solidFill>
                <a:latin typeface="Ubuntu Mono"/>
              </a:defRPr>
            </a:lvl1pPr>
            <a:lvl2pPr marL="381000" indent="-177800">
              <a:spcBef>
                <a:spcPts val="600"/>
              </a:spcBef>
              <a:buClr>
                <a:srgbClr val="#1CB2FE"/>
              </a:buClr>
              <a:buFont typeface="Wingdings"/>
              <a:buChar char="§"/>
              <a:defRPr sz="1100">
                <a:solidFill>
                  <a:srgbClr val="0B1B2E"/>
                </a:solidFill>
                <a:latin typeface="Ubuntu Mono"/>
              </a:defRPr>
            </a:lvl2pPr>
            <a:lvl3pPr marL="584200" indent="-177800">
              <a:spcBef>
                <a:spcPts val="600"/>
              </a:spcBef>
              <a:buClr>
                <a:srgbClr val="#1CB2FE"/>
              </a:buClr>
              <a:buFont typeface="Wingdings"/>
              <a:buChar char="§"/>
              <a:defRPr sz="1050">
                <a:solidFill>
                  <a:srgbClr val="0B1B2E"/>
                </a:solidFill>
                <a:latin typeface="Ubuntu Mono"/>
              </a:defRPr>
            </a:lvl3pPr>
          </a:lstStyle>
          <a:p>
            <a:r>
              <a:rPr lang="fr-FR"/>
              <a:t>Premier bloc</a:t>
            </a:r>
          </a:p>
        </p:txBody>
      </p:sp>
      <p:sp>
        <p:nvSpPr>
          <p:cNvPr id="4" name="Bloc 2"/>
          <p:cNvSpPr>
            <a:spLocks noGrp="1"/>
          </p:cNvSpPr>
          <p:nvPr>
            <p:ph type="body" idx="2"/>
          </p:nvPr>
        </p:nvSpPr>
        <p:spPr>
          <a:xfrm>
            <a:off x="508000" y="5969000"/>
            <a:ext cx="6540500" cy="3937000"/>
          </a:xfrm>
        </p:spPr>
        <p:txBody>
          <a:bodyPr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250" b="0">
                <a:solidFill>
                  <a:srgbClr val="0B1B2E"/>
                </a:solidFill>
                <a:latin typeface="Ubuntu Mono"/>
              </a:defRPr>
            </a:lvl1pPr>
            <a:lvl1pPr marL="177800" indent="-177800">
              <a:spcBef>
                <a:spcPts val="600"/>
              </a:spcBef>
              <a:buClr>
                <a:srgbClr val="#1CB2FE"/>
              </a:buClr>
              <a:buFont typeface="Wingdings"/>
              <a:buChar char="§"/>
              <a:defRPr sz="1250">
                <a:solidFill>
                  <a:srgbClr val="0B1B2E"/>
                </a:solidFill>
                <a:latin typeface="Ubuntu Mono"/>
              </a:defRPr>
            </a:lvl1pPr>
            <a:lvl2pPr marL="381000" indent="-177800">
              <a:spcBef>
                <a:spcPts val="600"/>
              </a:spcBef>
              <a:buClr>
                <a:srgbClr val="#1CB2FE"/>
              </a:buClr>
              <a:buFont typeface="Wingdings"/>
              <a:buChar char="§"/>
              <a:defRPr sz="1100">
                <a:solidFill>
                  <a:srgbClr val="0B1B2E"/>
                </a:solidFill>
                <a:latin typeface="Ubuntu Mono"/>
              </a:defRPr>
            </a:lvl2pPr>
            <a:lvl3pPr marL="584200" indent="-177800">
              <a:spcBef>
                <a:spcPts val="600"/>
              </a:spcBef>
              <a:buClr>
                <a:srgbClr val="#1CB2FE"/>
              </a:buClr>
              <a:buFont typeface="Wingdings"/>
              <a:buChar char="§"/>
              <a:defRPr sz="1050">
                <a:solidFill>
                  <a:srgbClr val="0B1B2E"/>
                </a:solidFill>
                <a:latin typeface="Ubuntu Mono"/>
              </a:defRPr>
            </a:lvl3pPr>
          </a:lstStyle>
          <a:p>
            <a:r>
              <a:rPr lang="fr-FR"/>
              <a:t>Second bloc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iffres clés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 idx="0"/>
          </p:nvPr>
        </p:nvSpPr>
        <p:spPr>
          <a:xfrm>
            <a:off x="508000" y="508000"/>
            <a:ext cx="5016500" cy="558800"/>
          </a:xfrm>
        </p:spPr>
        <p:txBody>
          <a:bodyPr lIns="0" tIns="0" rIns="0" bIns="0"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1" cap="all">
                <a:solidFill>
                  <a:srgbClr val="0A4FA0"/>
                </a:solidFill>
                <a:latin typeface="Ubuntu Mono"/>
              </a:defRPr>
            </a:lvl1pPr>
          </a:lstStyle>
          <a:p>
            <a:r>
              <a:rPr lang="fr-FR"/>
              <a:t>Chiffres clés</a:t>
            </a:r>
          </a:p>
        </p:txBody>
      </p:sp>
      <p:sp>
        <p:nvSpPr>
          <p:cNvPr id="3" name="Chiffre 1"/>
          <p:cNvSpPr>
            <a:spLocks noGrp="1"/>
          </p:cNvSpPr>
          <p:nvPr>
            <p:ph type="body" idx="1"/>
          </p:nvPr>
        </p:nvSpPr>
        <p:spPr>
          <a:xfrm>
            <a:off x="660400" y="2082800"/>
            <a:ext cx="2876550" cy="1549400"/>
          </a:xfrm>
        </p:spPr>
        <p:txBody>
          <a:bodyPr lIns="0" tIns="0" rIns="0" bIns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Ubuntu Mono"/>
              </a:defRPr>
            </a:lvl1pPr>
            <a:lvl2pPr marL="0" indent="0" algn="ctr">
              <a:buNone/>
              <a:defRPr sz="1000" b="0">
                <a:solidFill>
                  <a:srgbClr val="BFE4FF"/>
                </a:solidFill>
                <a:latin typeface="Ubuntu Mono"/>
              </a:defRPr>
            </a:lvl2pPr>
          </a:lstStyle>
          <a:p>
            <a:r>
              <a:rPr lang="fr-FR"/>
              <a:t>00 000</a:t>
            </a:r>
          </a:p>
        </p:txBody>
      </p:sp>
      <p:sp>
        <p:nvSpPr>
          <p:cNvPr id="4" name="Chiffre 2"/>
          <p:cNvSpPr>
            <a:spLocks noGrp="1"/>
          </p:cNvSpPr>
          <p:nvPr>
            <p:ph type="body" idx="2"/>
          </p:nvPr>
        </p:nvSpPr>
        <p:spPr>
          <a:xfrm>
            <a:off x="4019550" y="2082800"/>
            <a:ext cx="2876550" cy="1549400"/>
          </a:xfrm>
        </p:spPr>
        <p:txBody>
          <a:bodyPr lIns="0" tIns="0" rIns="0" bIns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Ubuntu Mono"/>
              </a:defRPr>
            </a:lvl1pPr>
            <a:lvl2pPr marL="0" indent="0" algn="ctr">
              <a:buNone/>
              <a:defRPr sz="1000" b="0">
                <a:solidFill>
                  <a:srgbClr val="BFE4FF"/>
                </a:solidFill>
                <a:latin typeface="Ubuntu Mono"/>
              </a:defRPr>
            </a:lvl2pPr>
          </a:lstStyle>
          <a:p>
            <a:r>
              <a:rPr lang="fr-FR"/>
              <a:t>00 000</a:t>
            </a:r>
          </a:p>
        </p:txBody>
      </p:sp>
      <p:sp>
        <p:nvSpPr>
          <p:cNvPr id="5" name="Chiffre 3"/>
          <p:cNvSpPr>
            <a:spLocks noGrp="1"/>
          </p:cNvSpPr>
          <p:nvPr>
            <p:ph type="body" idx="3"/>
          </p:nvPr>
        </p:nvSpPr>
        <p:spPr>
          <a:xfrm>
            <a:off x="660400" y="4241800"/>
            <a:ext cx="2876550" cy="1549400"/>
          </a:xfrm>
        </p:spPr>
        <p:txBody>
          <a:bodyPr lIns="0" tIns="0" rIns="0" bIns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Ubuntu Mono"/>
              </a:defRPr>
            </a:lvl1pPr>
            <a:lvl2pPr marL="0" indent="0" algn="ctr">
              <a:buNone/>
              <a:defRPr sz="1000" b="0">
                <a:solidFill>
                  <a:srgbClr val="BFE4FF"/>
                </a:solidFill>
                <a:latin typeface="Ubuntu Mono"/>
              </a:defRPr>
            </a:lvl2pPr>
          </a:lstStyle>
          <a:p>
            <a:r>
              <a:rPr lang="fr-FR"/>
              <a:t>00 000</a:t>
            </a:r>
          </a:p>
        </p:txBody>
      </p:sp>
      <p:sp>
        <p:nvSpPr>
          <p:cNvPr id="6" name="Chiffre 4"/>
          <p:cNvSpPr>
            <a:spLocks noGrp="1"/>
          </p:cNvSpPr>
          <p:nvPr>
            <p:ph type="body" idx="4"/>
          </p:nvPr>
        </p:nvSpPr>
        <p:spPr>
          <a:xfrm>
            <a:off x="4019550" y="4241800"/>
            <a:ext cx="2876550" cy="1549400"/>
          </a:xfrm>
        </p:spPr>
        <p:txBody>
          <a:bodyPr lIns="0" tIns="0" rIns="0" bIns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Ubuntu Mono"/>
              </a:defRPr>
            </a:lvl1pPr>
            <a:lvl2pPr marL="0" indent="0" algn="ctr">
              <a:buNone/>
              <a:defRPr sz="1000" b="0">
                <a:solidFill>
                  <a:srgbClr val="BFE4FF"/>
                </a:solidFill>
                <a:latin typeface="Ubuntu Mono"/>
              </a:defRPr>
            </a:lvl2pPr>
          </a:lstStyle>
          <a:p>
            <a:r>
              <a:rPr lang="fr-FR"/>
              <a:t>00 000</a:t>
            </a:r>
          </a:p>
        </p:txBody>
      </p:sp>
      <p:sp>
        <p:nvSpPr>
          <p:cNvPr id="7" name="Contenu"/>
          <p:cNvSpPr>
            <a:spLocks noGrp="1"/>
          </p:cNvSpPr>
          <p:nvPr>
            <p:ph type="body" idx="5"/>
          </p:nvPr>
        </p:nvSpPr>
        <p:spPr>
          <a:xfrm>
            <a:off x="508000" y="6223000"/>
            <a:ext cx="6540500" cy="3683000"/>
          </a:xfrm>
        </p:spPr>
        <p:txBody>
          <a:bodyPr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250" b="0">
                <a:solidFill>
                  <a:srgbClr val="0B1B2E"/>
                </a:solidFill>
                <a:latin typeface="Ubuntu Mono"/>
              </a:defRPr>
            </a:lvl1pPr>
            <a:lvl1pPr marL="177800" indent="-177800">
              <a:spcBef>
                <a:spcPts val="600"/>
              </a:spcBef>
              <a:buClr>
                <a:srgbClr val="#1CB2FE"/>
              </a:buClr>
              <a:buFont typeface="Wingdings"/>
              <a:buChar char="§"/>
              <a:defRPr sz="1250">
                <a:solidFill>
                  <a:srgbClr val="0B1B2E"/>
                </a:solidFill>
                <a:latin typeface="Ubuntu Mono"/>
              </a:defRPr>
            </a:lvl1pPr>
            <a:lvl2pPr marL="381000" indent="-177800">
              <a:spcBef>
                <a:spcPts val="600"/>
              </a:spcBef>
              <a:buClr>
                <a:srgbClr val="#1CB2FE"/>
              </a:buClr>
              <a:buFont typeface="Wingdings"/>
              <a:buChar char="§"/>
              <a:defRPr sz="1100">
                <a:solidFill>
                  <a:srgbClr val="0B1B2E"/>
                </a:solidFill>
                <a:latin typeface="Ubuntu Mono"/>
              </a:defRPr>
            </a:lvl2pPr>
            <a:lvl3pPr marL="584200" indent="-177800">
              <a:spcBef>
                <a:spcPts val="600"/>
              </a:spcBef>
              <a:buClr>
                <a:srgbClr val="#1CB2FE"/>
              </a:buClr>
              <a:buFont typeface="Wingdings"/>
              <a:buChar char="§"/>
              <a:defRPr sz="1050">
                <a:solidFill>
                  <a:srgbClr val="0B1B2E"/>
                </a:solidFill>
                <a:latin typeface="Ubuntu Mono"/>
              </a:defRPr>
            </a:lvl3pPr>
          </a:lstStyle>
          <a:p>
            <a:r>
              <a:rPr lang="fr-FR"/>
              <a:t>Commentaire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 idx="0"/>
          </p:nvPr>
        </p:nvSpPr>
        <p:spPr>
          <a:xfrm>
            <a:off x="508000" y="508000"/>
            <a:ext cx="5016500" cy="558800"/>
          </a:xfrm>
        </p:spPr>
        <p:txBody>
          <a:bodyPr lIns="0" tIns="0" rIns="0" bIns="0"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1" cap="all">
                <a:solidFill>
                  <a:srgbClr val="0A4FA0"/>
                </a:solidFill>
                <a:latin typeface="Ubuntu Mono"/>
              </a:defRPr>
            </a:lvl1pPr>
          </a:lstStyle>
          <a:p>
            <a:r>
              <a:rPr lang="fr-FR"/>
              <a:t>Titre de la diapositive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in et contacts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 idx="0"/>
          </p:nvPr>
        </p:nvSpPr>
        <p:spPr>
          <a:xfrm>
            <a:off x="508000" y="4277360"/>
            <a:ext cx="6540500" cy="1497076"/>
          </a:xfrm>
        </p:spPr>
        <p:txBody>
          <a:bodyPr lIns="0" tIns="0" rIns="0" bIns="0"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3000" b="1" cap="all">
                <a:solidFill>
                  <a:srgbClr val="FFFFFF"/>
                </a:solidFill>
                <a:latin typeface="Ubuntu Mono"/>
              </a:defRPr>
            </a:lvl1pPr>
          </a:lstStyle>
          <a:p>
            <a:r>
              <a:rPr lang="fr-FR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8203F"/>
      </a:dk2>
      <a:lt2>
        <a:srgbClr val="EAF4FC"/>
      </a:lt2>
      <a:accent1>
        <a:srgbClr val="0A4FA0"/>
      </a:accent1>
      <a:accent2>
        <a:srgbClr val="1CB2FE"/>
      </a:accent2>
      <a:accent3>
        <a:srgbClr val="0F7FCB"/>
      </a:accent3>
      <a:accent4>
        <a:srgbClr val="01ADEE"/>
      </a:accent4>
      <a:accent5>
        <a:srgbClr val="08203F"/>
      </a:accent5>
      <a:accent6>
        <a:srgbClr val="5A6B7F"/>
      </a:accent6>
      <a:hlink>
        <a:srgbClr val="0000FF"/>
      </a:hlink>
      <a:folHlink>
        <a:srgbClr val="800080"/>
      </a:folHlink>
    </a:clrScheme>
    <a:fontScheme name="Office">
      <a:majorFont>
        <a:latin typeface="Ubuntu Mon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Ubuntu Mon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