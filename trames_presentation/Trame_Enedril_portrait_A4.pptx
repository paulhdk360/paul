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7556500" cy="4491228"/>
          </a:xfrm>
          <a:custGeom>
            <a:avLst/>
            <a:gdLst/>
            <a:ahLst/>
            <a:cxnLst/>
            <a:rect l="l" t="t" r="r" b="b"/>
            <a:pathLst>
              <a:path w="7556500" h="4491228">
                <a:moveTo>
                  <a:pt x="0" y="0"/>
                </a:moveTo>
                <a:lnTo>
                  <a:pt x="7556500" y="0"/>
                </a:lnTo>
                <a:lnTo>
                  <a:pt x="7556500" y="3208020"/>
                </a:lnTo>
                <a:lnTo>
                  <a:pt x="0" y="4491228"/>
                </a:lnTo>
                <a:close/>
              </a:path>
            </a:pathLst>
          </a:custGeom>
          <a:solidFill>
            <a:srgbClr val="19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5346700"/>
            <a:ext cx="7556500" cy="5346700"/>
          </a:xfrm>
          <a:custGeom>
            <a:avLst/>
            <a:gdLst/>
            <a:ahLst/>
            <a:cxnLst/>
            <a:rect l="l" t="t" r="r" b="b"/>
            <a:pathLst>
              <a:path w="7556500" h="5346700">
                <a:moveTo>
                  <a:pt x="0" y="1283208"/>
                </a:moveTo>
                <a:lnTo>
                  <a:pt x="7556500" y="0"/>
                </a:lnTo>
                <a:lnTo>
                  <a:pt x="7556500" y="5346700"/>
                </a:lnTo>
                <a:lnTo>
                  <a:pt x="0" y="5346700"/>
                </a:lnTo>
                <a:close/>
              </a:path>
            </a:pathLst>
          </a:cu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7699248"/>
            <a:ext cx="7556500" cy="2994152"/>
          </a:xfrm>
          <a:custGeom>
            <a:avLst/>
            <a:gdLst/>
            <a:ahLst/>
            <a:cxnLst/>
            <a:rect l="l" t="t" r="r" b="b"/>
            <a:pathLst>
              <a:path w="7556500" h="2994152">
                <a:moveTo>
                  <a:pt x="0" y="855472"/>
                </a:moveTo>
                <a:lnTo>
                  <a:pt x="7556500" y="0"/>
                </a:lnTo>
                <a:lnTo>
                  <a:pt x="7556500" y="2994152"/>
                </a:lnTo>
                <a:lnTo>
                  <a:pt x="0" y="2994152"/>
                </a:lnTo>
                <a:close/>
              </a:path>
            </a:pathLst>
          </a:cu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blanc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3175000" cy="732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8000" y="8470900"/>
            <a:ext cx="45339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300"/>
              </a:lnSpc>
              <a:spcAft>
                <a:spcPts val="765"/>
              </a:spcAft>
            </a:pPr>
            <a:r>
              <a:rPr sz="1700" b="1">
                <a:solidFill>
                  <a:srgbClr val="FFFFFF"/>
                </a:solidFill>
                <a:latin typeface="Ubuntu Mono"/>
              </a:rPr>
              <a:t>TITRE DE LA PRÉSENTATION</a:t>
            </a:r>
          </a:p>
          <a:p>
            <a:pPr algn="l">
              <a:lnSpc>
                <a:spcPts val="2300"/>
              </a:lnSpc>
              <a:spcAft>
                <a:spcPts val="765"/>
              </a:spcAft>
            </a:pPr>
            <a:r>
              <a:rPr sz="1700" b="1">
                <a:solidFill>
                  <a:srgbClr val="FFFFFF"/>
                </a:solidFill>
                <a:latin typeface="Ubuntu Mono"/>
              </a:rPr>
              <a:t>&amp; SOUS-TITRE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8000" y="9626600"/>
            <a:ext cx="45339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FFFFFF"/>
                </a:solidFill>
                <a:latin typeface="Ubuntu Mono"/>
              </a:rPr>
              <a:t>Date · Interlocuteur · Lieu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48895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SOMMAIRE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19200"/>
            <a:ext cx="660400" cy="7112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12192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68400" y="1219200"/>
            <a:ext cx="58801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6200" y="1219200"/>
            <a:ext cx="55245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INTRODUCTION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2057400"/>
            <a:ext cx="660400" cy="7112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8000" y="20574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68400" y="2057400"/>
            <a:ext cx="58801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46200" y="2057400"/>
            <a:ext cx="55245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NOTRE OFFRE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2895600"/>
            <a:ext cx="660400" cy="7112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28956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68400" y="2895600"/>
            <a:ext cx="58801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46200" y="2895600"/>
            <a:ext cx="55245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NOS RÉFÉRENCES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3733800"/>
            <a:ext cx="660400" cy="7112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000" y="37338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68400" y="3733800"/>
            <a:ext cx="58801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6200" y="3733800"/>
            <a:ext cx="55245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CHIFFRES CLÉS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4572000"/>
            <a:ext cx="660400" cy="7112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000" y="45720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68400" y="4572000"/>
            <a:ext cx="58801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6200" y="4572000"/>
            <a:ext cx="55245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NOTRE ÉQUIPE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8000" y="5410200"/>
            <a:ext cx="660400" cy="7112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8000" y="5410200"/>
            <a:ext cx="6604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810"/>
              </a:spcAft>
            </a:pPr>
            <a:r>
              <a:rPr sz="1800" b="1">
                <a:solidFill>
                  <a:srgbClr val="FFFFFF"/>
                </a:solidFill>
                <a:latin typeface="Ubuntu Mono"/>
              </a:rPr>
              <a:t>06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68400" y="5410200"/>
            <a:ext cx="5880100" cy="7112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46200" y="5410200"/>
            <a:ext cx="55245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CONTACT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8000" y="10261600"/>
            <a:ext cx="65405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8000" y="10363200"/>
            <a:ext cx="5524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0500" y="103632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2352548"/>
            <a:ext cx="7556500" cy="8340852"/>
          </a:xfrm>
          <a:custGeom>
            <a:avLst/>
            <a:gdLst/>
            <a:ahLst/>
            <a:cxnLst/>
            <a:rect l="l" t="t" r="r" b="b"/>
            <a:pathLst>
              <a:path w="7556500" h="8340852">
                <a:moveTo>
                  <a:pt x="0" y="1390142"/>
                </a:moveTo>
                <a:lnTo>
                  <a:pt x="7556500" y="0"/>
                </a:lnTo>
                <a:lnTo>
                  <a:pt x="7556500" y="8340852"/>
                </a:lnTo>
                <a:lnTo>
                  <a:pt x="0" y="8340852"/>
                </a:lnTo>
                <a:close/>
              </a:path>
            </a:pathLst>
          </a:cu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5560568"/>
            <a:ext cx="7556500" cy="5132832"/>
          </a:xfrm>
          <a:custGeom>
            <a:avLst/>
            <a:gdLst/>
            <a:ahLst/>
            <a:cxnLst/>
            <a:rect l="l" t="t" r="r" b="b"/>
            <a:pathLst>
              <a:path w="7556500" h="5132832">
                <a:moveTo>
                  <a:pt x="0" y="1069340"/>
                </a:moveTo>
                <a:lnTo>
                  <a:pt x="7556500" y="0"/>
                </a:lnTo>
                <a:lnTo>
                  <a:pt x="7556500" y="5132832"/>
                </a:lnTo>
                <a:lnTo>
                  <a:pt x="0" y="5132832"/>
                </a:lnTo>
                <a:close/>
              </a:path>
            </a:pathLst>
          </a:cu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8000" y="4277360"/>
            <a:ext cx="65405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250"/>
              </a:spcAft>
            </a:pPr>
            <a:r>
              <a:rPr sz="5000" b="1">
                <a:solidFill>
                  <a:srgbClr val="1CB2FE"/>
                </a:solidFill>
                <a:latin typeface="Ubuntu Mon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5090160"/>
            <a:ext cx="65405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90"/>
              </a:spcAft>
            </a:pPr>
            <a:r>
              <a:rPr sz="2200" b="1">
                <a:solidFill>
                  <a:srgbClr val="FFFFFF"/>
                </a:solidFill>
                <a:latin typeface="Ubuntu Mono"/>
              </a:rPr>
              <a:t>TITRE DU CHAPITRE</a:t>
            </a:r>
          </a:p>
        </p:txBody>
      </p:sp>
      <p:pic>
        <p:nvPicPr>
          <p:cNvPr id="7" name="Picture 6" descr="logo_blanc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9906000"/>
            <a:ext cx="1778000" cy="4103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48895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DE LA DIAPOSITIVE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19200"/>
            <a:ext cx="6540500" cy="190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 Texte à remplacer : décrivez ici votre sujet en quelques lignes claires, avec des phrases courtes.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8000" y="3251200"/>
            <a:ext cx="6540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1">
                <a:solidFill>
                  <a:srgbClr val="0A4FA0"/>
                </a:solidFill>
                <a:latin typeface="Ubuntu Mono"/>
              </a:rPr>
              <a:t>SOUS-TITRE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3479800"/>
            <a:ext cx="6540500" cy="15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 Texte à remplacer : décrivez ici votre sujet en quelques lignes claires, avec des phrases courtes.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5029200"/>
            <a:ext cx="3206750" cy="9906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4200" y="5207508"/>
            <a:ext cx="3054350" cy="44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00 000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5643372"/>
            <a:ext cx="3003550" cy="336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indicateur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1750" y="5029200"/>
            <a:ext cx="3206750" cy="9906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17950" y="5207508"/>
            <a:ext cx="3054350" cy="44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43350" y="5643372"/>
            <a:ext cx="3003550" cy="336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indicateur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6146800"/>
            <a:ext cx="3206750" cy="9906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4200" y="6325108"/>
            <a:ext cx="3054350" cy="44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6760972"/>
            <a:ext cx="3003550" cy="336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indicateur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41750" y="6146800"/>
            <a:ext cx="3206750" cy="9906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17950" y="6325108"/>
            <a:ext cx="3054350" cy="4457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0 000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43350" y="6760972"/>
            <a:ext cx="3003550" cy="3368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indicateur 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000" y="7442200"/>
            <a:ext cx="6540500" cy="15240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" y="7556500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ENCADRÉ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7785100"/>
            <a:ext cx="6286500" cy="1092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10261600"/>
            <a:ext cx="65405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8000" y="10363200"/>
            <a:ext cx="5524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0500" y="103632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48895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CHIFFRES CLÉS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19200"/>
            <a:ext cx="3206750" cy="11430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200" y="1424940"/>
            <a:ext cx="305435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00 000 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27860"/>
            <a:ext cx="300355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libellé de l’indicateur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1750" y="1219200"/>
            <a:ext cx="3206750" cy="11430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17950" y="1424940"/>
            <a:ext cx="305435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43350" y="1927860"/>
            <a:ext cx="300355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libellé de l’indicateur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2489200"/>
            <a:ext cx="3206750" cy="11430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200" y="2694940"/>
            <a:ext cx="305435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197860"/>
            <a:ext cx="300355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libellé de l’indicateur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1750" y="2489200"/>
            <a:ext cx="3206750" cy="11430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17950" y="2694940"/>
            <a:ext cx="3054350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00"/>
              </a:spcAft>
            </a:pPr>
            <a:r>
              <a:rPr sz="2000" b="1">
                <a:solidFill>
                  <a:srgbClr val="FFFFFF"/>
                </a:solidFill>
                <a:latin typeface="Ubuntu Mono"/>
              </a:rPr>
              <a:t>0 000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43350" y="3197860"/>
            <a:ext cx="3003550" cy="3886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950"/>
              </a:lnSpc>
              <a:spcAft>
                <a:spcPts val="337"/>
              </a:spcAft>
            </a:pPr>
            <a:r>
              <a:rPr sz="750" b="0">
                <a:solidFill>
                  <a:srgbClr val="D7EBFA"/>
                </a:solidFill>
                <a:latin typeface="Ubuntu Mono"/>
              </a:rPr>
              <a:t>libellé de l’indicateur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3886200"/>
            <a:ext cx="6540500" cy="1964266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000" y="4000500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4229100"/>
            <a:ext cx="6286500" cy="1532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000" y="5952066"/>
            <a:ext cx="6540500" cy="1964266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000" y="6066366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6294966"/>
            <a:ext cx="6286500" cy="1532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000" y="8017933"/>
            <a:ext cx="6540500" cy="1964266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" y="8132233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BLOC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8360833"/>
            <a:ext cx="6286500" cy="15324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000" y="10261600"/>
            <a:ext cx="65405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8000" y="10363200"/>
            <a:ext cx="5524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40500" y="103632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48895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DE LA DIAPOSITIVE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8000" y="1219200"/>
            <a:ext cx="6540500" cy="25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 Texte à remplacer : décrivez ici votre sujet en quelques lignes claires, avec des phrases courtes.</a:t>
            </a:r>
          </a:p>
          <a:p>
            <a:pPr algn="l">
              <a:lnSpc>
                <a:spcPts val="1300"/>
              </a:lnSpc>
              <a:spcAft>
                <a:spcPts val="427"/>
              </a:spcAft>
            </a:pPr>
            <a:r>
              <a:rPr sz="9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8000" y="4013200"/>
            <a:ext cx="3206750" cy="3302000"/>
          </a:xfrm>
          <a:prstGeom prst="rect">
            <a:avLst/>
          </a:prstGeom>
          <a:solidFill>
            <a:srgbClr val="E8EEF6"/>
          </a:solidFill>
          <a:ln w="12700">
            <a:solidFill>
              <a:srgbClr val="96AF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4013200"/>
            <a:ext cx="3003550" cy="33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60"/>
              </a:spcAft>
            </a:pPr>
            <a:r>
              <a:rPr sz="800" b="0">
                <a:solidFill>
                  <a:srgbClr val="5A6B7F"/>
                </a:solidFill>
                <a:latin typeface="Ubuntu Mono"/>
              </a:rPr>
              <a:t>Image à insérer (clic droit : Modifier l’image)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1750" y="4013200"/>
            <a:ext cx="3206750" cy="3302000"/>
          </a:xfrm>
          <a:prstGeom prst="rect">
            <a:avLst/>
          </a:prstGeom>
          <a:solidFill>
            <a:srgbClr val="E8EEF6"/>
          </a:solidFill>
          <a:ln w="12700">
            <a:solidFill>
              <a:srgbClr val="96AF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43350" y="4013200"/>
            <a:ext cx="3003550" cy="330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60"/>
              </a:spcAft>
            </a:pPr>
            <a:r>
              <a:rPr sz="800" b="0">
                <a:solidFill>
                  <a:srgbClr val="5A6B7F"/>
                </a:solidFill>
                <a:latin typeface="Ubuntu Mono"/>
              </a:rPr>
              <a:t>Image à insérer (clic droit : Modifier l’image)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7569200"/>
            <a:ext cx="6540500" cy="24511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7683500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LÉGENDE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7912100"/>
            <a:ext cx="6286500" cy="20193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10261600"/>
            <a:ext cx="65405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8000" y="10363200"/>
            <a:ext cx="5524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500" y="103632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48895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DE LA DIAPOSITIVE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19200"/>
            <a:ext cx="6540500" cy="1651000"/>
          </a:xfrm>
          <a:prstGeom prst="rect">
            <a:avLst/>
          </a:pr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5000" y="1333500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1562100"/>
            <a:ext cx="628650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000" y="2971800"/>
            <a:ext cx="6540500" cy="16510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" y="3086100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3314700"/>
            <a:ext cx="628650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8000" y="4724400"/>
            <a:ext cx="6540500" cy="16510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000" y="4838700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BLOC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5067300"/>
            <a:ext cx="6286500" cy="1219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8000" y="6578600"/>
            <a:ext cx="6540500" cy="34544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000" y="6692900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ENCADRÉ COMPLÉMENTAIRE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000" y="6959600"/>
            <a:ext cx="62865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600" y="7035800"/>
            <a:ext cx="60833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Sous-titre
Texte à remplacer : décrivez ici votre sujet en quelques lignes claires, avec des phrases courtes.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000" y="7950200"/>
            <a:ext cx="62865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600" y="8026400"/>
            <a:ext cx="60833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Sous-titre
Texte à remplacer : décrivez ici votre sujet en quelques lignes claires, avec des phrases courtes.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000" y="8940800"/>
            <a:ext cx="6286500" cy="88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E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600" y="9017000"/>
            <a:ext cx="6083300" cy="78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Sous-titre
Texte à remplacer : décrivez ici votre sujet en quelques lignes claires, avec des phrases courtes.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10261600"/>
            <a:ext cx="65405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000" y="10363200"/>
            <a:ext cx="5524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0500" y="103632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48895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NOTRE HISTOIRE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19200"/>
            <a:ext cx="6540500" cy="2794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244600"/>
            <a:ext cx="63373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82"/>
              </a:spcAft>
            </a:pPr>
            <a:r>
              <a:rPr sz="850" b="1">
                <a:solidFill>
                  <a:srgbClr val="0A4FA0"/>
                </a:solidFill>
                <a:latin typeface="Ubuntu Mono"/>
              </a:rPr>
              <a:t>Phrase d’introduction de la frise chronologique.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1676400"/>
            <a:ext cx="1397000" cy="1016000"/>
          </a:xfrm>
          <a:prstGeom prst="rect">
            <a:avLst/>
          </a:pr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676400"/>
            <a:ext cx="1397000" cy="10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90"/>
              </a:spcAft>
            </a:pPr>
            <a:r>
              <a:rPr sz="2200" b="1">
                <a:solidFill>
                  <a:srgbClr val="FFFFFF"/>
                </a:solidFill>
                <a:latin typeface="Ubuntu Mono"/>
              </a:rPr>
              <a:t>2013</a:t>
            </a:r>
          </a:p>
        </p:txBody>
      </p:sp>
      <p:sp>
        <p:nvSpPr>
          <p:cNvPr id="9" name="Rectangle 8"/>
          <p:cNvSpPr/>
          <p:nvPr/>
        </p:nvSpPr>
        <p:spPr>
          <a:xfrm>
            <a:off x="1905000" y="1676400"/>
            <a:ext cx="5143500" cy="10160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2800" y="1803400"/>
            <a:ext cx="4762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ÉVÉNEMENT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82800" y="2032000"/>
            <a:ext cx="47625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000" y="2895600"/>
            <a:ext cx="1397000" cy="10160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000" y="2895600"/>
            <a:ext cx="1397000" cy="10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90"/>
              </a:spcAft>
            </a:pPr>
            <a:r>
              <a:rPr sz="2200" b="1">
                <a:solidFill>
                  <a:srgbClr val="FFFFFF"/>
                </a:solidFill>
                <a:latin typeface="Ubuntu Mono"/>
              </a:rPr>
              <a:t>2019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2895600"/>
            <a:ext cx="5143500" cy="10160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82800" y="3022600"/>
            <a:ext cx="4762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ÉVÉNEMENT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3251200"/>
            <a:ext cx="47625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4114800"/>
            <a:ext cx="1397000" cy="10160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8000" y="4114800"/>
            <a:ext cx="1397000" cy="10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90"/>
              </a:spcAft>
            </a:pPr>
            <a:r>
              <a:rPr sz="2200" b="1">
                <a:solidFill>
                  <a:srgbClr val="FFFFFF"/>
                </a:solidFill>
                <a:latin typeface="Ubuntu Mono"/>
              </a:rPr>
              <a:t>2022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5000" y="4114800"/>
            <a:ext cx="5143500" cy="10160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82800" y="4241800"/>
            <a:ext cx="4762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ÉVÉNEMENT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2800" y="4470400"/>
            <a:ext cx="47625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8000" y="5334000"/>
            <a:ext cx="1397000" cy="1016000"/>
          </a:xfrm>
          <a:prstGeom prst="rect">
            <a:avLst/>
          </a:prstGeom>
          <a:solidFill>
            <a:srgbClr val="19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000" y="5334000"/>
            <a:ext cx="1397000" cy="101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990"/>
              </a:spcAft>
            </a:pPr>
            <a:r>
              <a:rPr sz="2200" b="1">
                <a:solidFill>
                  <a:srgbClr val="FFFFFF"/>
                </a:solidFill>
                <a:latin typeface="Ubuntu Mono"/>
              </a:rPr>
              <a:t>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05000" y="5334000"/>
            <a:ext cx="5143500" cy="10160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82800" y="5461000"/>
            <a:ext cx="4762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0A4FA0"/>
                </a:solidFill>
                <a:latin typeface="Ubuntu Mono"/>
              </a:rPr>
              <a:t>ÉVÉNEMENT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82800" y="5689600"/>
            <a:ext cx="47625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00"/>
              </a:lnSpc>
              <a:spcAft>
                <a:spcPts val="382"/>
              </a:spcAft>
            </a:pPr>
            <a:r>
              <a:rPr sz="85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8000" y="6629400"/>
            <a:ext cx="6540500" cy="34036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000" y="6743700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AUJOURD’HUI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6972300"/>
            <a:ext cx="6286500" cy="297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8000" y="10261600"/>
            <a:ext cx="65405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8000" y="10363200"/>
            <a:ext cx="5524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0500" y="103632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48895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DE LA DIAPOSITIVE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19200"/>
            <a:ext cx="6540500" cy="4191000"/>
          </a:xfrm>
          <a:prstGeom prst="rect">
            <a:avLst/>
          </a:prstGeom>
          <a:solidFill>
            <a:srgbClr val="E8EEF6"/>
          </a:solidFill>
          <a:ln w="12700">
            <a:solidFill>
              <a:srgbClr val="96AF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1219200"/>
            <a:ext cx="6337300" cy="419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360"/>
              </a:spcAft>
            </a:pPr>
            <a:r>
              <a:rPr sz="800" b="0">
                <a:solidFill>
                  <a:srgbClr val="5A6B7F"/>
                </a:solidFill>
                <a:latin typeface="Ubuntu Mono"/>
              </a:rPr>
              <a:t>Image à insérer (clic droit : Modifier l’image)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5562600"/>
            <a:ext cx="6540500" cy="44704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000" y="5676900"/>
            <a:ext cx="62865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1">
                <a:solidFill>
                  <a:srgbClr val="FFFFFF"/>
                </a:solidFill>
                <a:latin typeface="Ubuntu Mono"/>
              </a:rPr>
              <a:t>POINTS CLÉS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5905500"/>
            <a:ext cx="6286500" cy="403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150"/>
              </a:lnSpc>
              <a:spcAft>
                <a:spcPts val="382"/>
              </a:spcAft>
            </a:pPr>
            <a:r>
              <a:rPr sz="850" b="0">
                <a:solidFill>
                  <a:srgbClr val="FFFFFF"/>
                </a:solidFill>
                <a:latin typeface="Ubuntu Mono"/>
              </a:rPr>
              <a:t>■ Premier point à développer
■ Deuxième point à développer
■ Troisième point à développer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8000" y="10261600"/>
            <a:ext cx="65405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8000" y="10363200"/>
            <a:ext cx="5524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0500" y="103632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48895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TITRE DU TABLEAU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8000" y="1219200"/>
          <a:ext cx="65405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0166"/>
                <a:gridCol w="2180166"/>
                <a:gridCol w="2180168"/>
              </a:tblGrid>
              <a:tr h="3810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Ubuntu Mono"/>
                        </a:rPr>
                        <a:t>Colonne 1</a:t>
                      </a:r>
                    </a:p>
                  </a:txBody>
                  <a:tcPr marL="101600">
                    <a:solidFill>
                      <a:srgbClr val="0A4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Ubuntu Mono"/>
                        </a:rPr>
                        <a:t>Colonne 2</a:t>
                      </a:r>
                    </a:p>
                  </a:txBody>
                  <a:tcPr marL="101600">
                    <a:solidFill>
                      <a:srgbClr val="0A4F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Ubuntu Mono"/>
                        </a:rPr>
                        <a:t>Colonne 3</a:t>
                      </a:r>
                    </a:p>
                  </a:txBody>
                  <a:tcPr marL="101600">
                    <a:solidFill>
                      <a:srgbClr val="0A4FA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0B1B2E"/>
                          </a:solidFill>
                          <a:latin typeface="Ubuntu Mono"/>
                        </a:rPr>
                        <a:t>Donnée</a:t>
                      </a:r>
                    </a:p>
                  </a:txBody>
                  <a:tcPr marL="101600">
                    <a:solidFill>
                      <a:srgbClr val="EAF4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8000" y="3683000"/>
            <a:ext cx="654050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60"/>
              </a:spcAft>
            </a:pPr>
            <a:r>
              <a:rPr sz="800" b="0">
                <a:solidFill>
                  <a:srgbClr val="5A6B7F"/>
                </a:solidFill>
                <a:latin typeface="Ubuntu Mono"/>
              </a:rPr>
              <a:t>Note ou source du tableau.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8000" y="10261600"/>
            <a:ext cx="65405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10363200"/>
            <a:ext cx="5524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0500" y="103632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officiel_couleur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100" y="304800"/>
            <a:ext cx="1422400" cy="3193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8000" y="406400"/>
            <a:ext cx="48895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65"/>
              </a:spcAft>
            </a:pPr>
            <a:r>
              <a:rPr sz="1700" b="1">
                <a:solidFill>
                  <a:srgbClr val="0A4FA0"/>
                </a:solidFill>
                <a:latin typeface="Ubuntu Mono"/>
              </a:rPr>
              <a:t>POURQUOI NOUS CHOISIR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219200"/>
            <a:ext cx="6540500" cy="21209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8000" y="1219200"/>
            <a:ext cx="50800" cy="21209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1200" y="1371600"/>
            <a:ext cx="615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0A4FA0"/>
                </a:solidFill>
                <a:latin typeface="Ubuntu Mono"/>
              </a:rPr>
              <a:t>ATOUT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" y="1651000"/>
            <a:ext cx="61595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0"/>
              </a:lnSpc>
              <a:spcAft>
                <a:spcPts val="405"/>
              </a:spcAft>
            </a:pPr>
            <a:r>
              <a:rPr sz="9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8000" y="3467100"/>
            <a:ext cx="6540500" cy="21209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8000" y="3467100"/>
            <a:ext cx="50800" cy="21209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1200" y="3619500"/>
            <a:ext cx="615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0A4FA0"/>
                </a:solidFill>
                <a:latin typeface="Ubuntu Mono"/>
              </a:rPr>
              <a:t>ATOUT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1200" y="3898900"/>
            <a:ext cx="61595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0"/>
              </a:lnSpc>
              <a:spcAft>
                <a:spcPts val="405"/>
              </a:spcAft>
            </a:pPr>
            <a:r>
              <a:rPr sz="9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8000" y="5715000"/>
            <a:ext cx="6540500" cy="21209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8000" y="5715000"/>
            <a:ext cx="50800" cy="21209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1200" y="5867400"/>
            <a:ext cx="615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0A4FA0"/>
                </a:solidFill>
                <a:latin typeface="Ubuntu Mono"/>
              </a:rPr>
              <a:t>ATOUT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1200" y="6146800"/>
            <a:ext cx="61595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0"/>
              </a:lnSpc>
              <a:spcAft>
                <a:spcPts val="405"/>
              </a:spcAft>
            </a:pPr>
            <a:r>
              <a:rPr sz="9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000" y="7962900"/>
            <a:ext cx="6540500" cy="2120900"/>
          </a:xfrm>
          <a:prstGeom prst="rect">
            <a:avLst/>
          </a:prstGeom>
          <a:solidFill>
            <a:srgbClr val="EAF4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8000" y="7962900"/>
            <a:ext cx="50800" cy="2120900"/>
          </a:xfrm>
          <a:prstGeom prst="rect">
            <a:avLst/>
          </a:pr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1200" y="8115300"/>
            <a:ext cx="615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50"/>
              </a:spcAft>
            </a:pPr>
            <a:r>
              <a:rPr sz="1000" b="1">
                <a:solidFill>
                  <a:srgbClr val="0A4FA0"/>
                </a:solidFill>
                <a:latin typeface="Ubuntu Mono"/>
              </a:rPr>
              <a:t>ATOUT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200" y="8394700"/>
            <a:ext cx="6159500" cy="161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0"/>
              </a:lnSpc>
              <a:spcAft>
                <a:spcPts val="405"/>
              </a:spcAft>
            </a:pPr>
            <a:r>
              <a:rPr sz="900" b="0">
                <a:solidFill>
                  <a:srgbClr val="0B1B2E"/>
                </a:solidFill>
                <a:latin typeface="Ubuntu Mono"/>
              </a:rPr>
              <a:t>Texte à remplacer : décrivez ici votre sujet en quelques lignes claires, avec des phrases courtes.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8000" y="10261600"/>
            <a:ext cx="6540500" cy="10160"/>
          </a:xfrm>
          <a:prstGeom prst="rect">
            <a:avLst/>
          </a:prstGeom>
          <a:solidFill>
            <a:srgbClr val="D5E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8000" y="10363200"/>
            <a:ext cx="55245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92"/>
              </a:spcAft>
            </a:pPr>
            <a:r>
              <a:rPr sz="650" b="0">
                <a:solidFill>
                  <a:srgbClr val="5A6B7F"/>
                </a:solidFill>
                <a:latin typeface="Ubuntu Mono"/>
              </a:rPr>
              <a:t>Enedril · Fishing and Drilling Solutions · 3 avenue des Lacs, 64140 Lons (France) · info@enedril.fr · +33 (0)5 59 04 50 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0500" y="10363200"/>
            <a:ext cx="508000" cy="12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315"/>
              </a:spcAft>
            </a:pPr>
            <a:r>
              <a:rPr sz="700" b="1">
                <a:solidFill>
                  <a:srgbClr val="0A4FA0"/>
                </a:solidFill>
                <a:latin typeface="Ubuntu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7556500" cy="4918964"/>
          </a:xfrm>
          <a:custGeom>
            <a:avLst/>
            <a:gdLst/>
            <a:ahLst/>
            <a:cxnLst/>
            <a:rect l="l" t="t" r="r" b="b"/>
            <a:pathLst>
              <a:path w="7556500" h="4918964">
                <a:moveTo>
                  <a:pt x="0" y="0"/>
                </a:moveTo>
                <a:lnTo>
                  <a:pt x="7556500" y="0"/>
                </a:lnTo>
                <a:lnTo>
                  <a:pt x="7556500" y="3635756"/>
                </a:lnTo>
                <a:lnTo>
                  <a:pt x="0" y="4918964"/>
                </a:lnTo>
                <a:close/>
              </a:path>
            </a:pathLst>
          </a:custGeom>
          <a:solidFill>
            <a:srgbClr val="195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5774436"/>
            <a:ext cx="7556500" cy="4918964"/>
          </a:xfrm>
          <a:custGeom>
            <a:avLst/>
            <a:gdLst/>
            <a:ahLst/>
            <a:cxnLst/>
            <a:rect l="l" t="t" r="r" b="b"/>
            <a:pathLst>
              <a:path w="7556500" h="4918964">
                <a:moveTo>
                  <a:pt x="0" y="1283208"/>
                </a:moveTo>
                <a:lnTo>
                  <a:pt x="7556500" y="0"/>
                </a:lnTo>
                <a:lnTo>
                  <a:pt x="7556500" y="4918964"/>
                </a:lnTo>
                <a:lnTo>
                  <a:pt x="0" y="4918964"/>
                </a:lnTo>
                <a:close/>
              </a:path>
            </a:pathLst>
          </a:custGeom>
          <a:solidFill>
            <a:srgbClr val="01A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blanc_avec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635000"/>
            <a:ext cx="3175000" cy="7326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8000" y="4277360"/>
            <a:ext cx="3778250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60"/>
              </a:spcAft>
            </a:pPr>
            <a:r>
              <a:rPr sz="2800" b="1">
                <a:solidFill>
                  <a:srgbClr val="FFFFFF"/>
                </a:solidFill>
                <a:latin typeface="Ubuntu Mono"/>
              </a:rPr>
              <a:t>MERCI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8788400"/>
            <a:ext cx="4533900" cy="12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Enedril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3 avenue des Lacs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64140 Lons (France)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info@enedril.fr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+33 (0)5 59 04 50 45</a:t>
            </a:r>
          </a:p>
          <a:p>
            <a:pPr algn="l">
              <a:lnSpc>
                <a:spcPts val="1400"/>
              </a:lnSpc>
              <a:spcAft>
                <a:spcPts val="472"/>
              </a:spcAft>
            </a:pPr>
            <a:r>
              <a:rPr sz="1050" b="0">
                <a:solidFill>
                  <a:srgbClr val="FFFFFF"/>
                </a:solidFill>
                <a:latin typeface="Ubuntu Mono"/>
              </a:rPr>
              <a:t>www.enedril.com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