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0693400" cy="7556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095237" cy="4533900"/>
          </a:xfrm>
          <a:custGeom>
            <a:avLst/>
            <a:gdLst/>
            <a:ahLst/>
            <a:cxnLst/>
            <a:rect l="l" t="t" r="r" b="b"/>
            <a:pathLst>
              <a:path w="6095237" h="4533900">
                <a:moveTo>
                  <a:pt x="0" y="0"/>
                </a:moveTo>
                <a:lnTo>
                  <a:pt x="6095237" y="0"/>
                </a:lnTo>
                <a:lnTo>
                  <a:pt x="4277360" y="3778250"/>
                </a:lnTo>
                <a:lnTo>
                  <a:pt x="0" y="4533900"/>
                </a:lnTo>
                <a:close/>
              </a:path>
            </a:pathLst>
          </a:custGeom>
          <a:solidFill>
            <a:srgbClr val="19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2266950"/>
            <a:ext cx="10693400" cy="5289550"/>
          </a:xfrm>
          <a:custGeom>
            <a:avLst/>
            <a:gdLst/>
            <a:ahLst/>
            <a:cxnLst/>
            <a:rect l="l" t="t" r="r" b="b"/>
            <a:pathLst>
              <a:path w="10693400" h="5289550">
                <a:moveTo>
                  <a:pt x="4491228" y="1360169"/>
                </a:moveTo>
                <a:lnTo>
                  <a:pt x="10693400" y="0"/>
                </a:lnTo>
                <a:lnTo>
                  <a:pt x="10693400" y="5289550"/>
                </a:lnTo>
                <a:lnTo>
                  <a:pt x="0" y="5289550"/>
                </a:lnTo>
                <a:close/>
              </a:path>
            </a:pathLst>
          </a:cu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42690" y="3627119"/>
            <a:ext cx="6950710" cy="3929381"/>
          </a:xfrm>
          <a:custGeom>
            <a:avLst/>
            <a:gdLst/>
            <a:ahLst/>
            <a:cxnLst/>
            <a:rect l="l" t="t" r="r" b="b"/>
            <a:pathLst>
              <a:path w="6950710" h="3929381">
                <a:moveTo>
                  <a:pt x="2887218" y="1057911"/>
                </a:moveTo>
                <a:lnTo>
                  <a:pt x="6950710" y="0"/>
                </a:lnTo>
                <a:lnTo>
                  <a:pt x="6950710" y="3929381"/>
                </a:lnTo>
                <a:lnTo>
                  <a:pt x="0" y="3929381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blanc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84200"/>
            <a:ext cx="3810000" cy="8792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8000" y="5842000"/>
            <a:ext cx="641604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00"/>
              </a:lnSpc>
              <a:spcAft>
                <a:spcPts val="765"/>
              </a:spcAft>
            </a:pPr>
            <a:r>
              <a:rPr sz="1700" b="1">
                <a:solidFill>
                  <a:srgbClr val="FFFFFF"/>
                </a:solidFill>
                <a:latin typeface="Ubuntu Mono"/>
              </a:rPr>
              <a:t>TITRE DE LA PRÉSENTATION</a:t>
            </a:r>
          </a:p>
          <a:p>
            <a:pPr algn="l">
              <a:lnSpc>
                <a:spcPts val="2300"/>
              </a:lnSpc>
              <a:spcAft>
                <a:spcPts val="765"/>
              </a:spcAft>
            </a:pPr>
            <a:r>
              <a:rPr sz="1700" b="1">
                <a:solidFill>
                  <a:srgbClr val="FFFFFF"/>
                </a:solidFill>
                <a:latin typeface="Ubuntu Mono"/>
              </a:rPr>
              <a:t>&amp; SOUS-TITRE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769100"/>
            <a:ext cx="641604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FFFFFF"/>
                </a:solidFill>
                <a:latin typeface="Ubuntu Mono"/>
              </a:rPr>
              <a:t>Date · Interlocuteur · Lieu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70000"/>
            <a:ext cx="660400" cy="7112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12700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400" y="1270000"/>
            <a:ext cx="40513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6200" y="1270000"/>
            <a:ext cx="3695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INTRODUCTION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108200"/>
            <a:ext cx="660400" cy="7112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21082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68400" y="2108200"/>
            <a:ext cx="40513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6200" y="2108200"/>
            <a:ext cx="3695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NOTRE OFFRE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2946400"/>
            <a:ext cx="660400" cy="7112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29464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8400" y="2946400"/>
            <a:ext cx="40513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6200" y="2946400"/>
            <a:ext cx="3695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NOS RÉFÉRENCES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73700" y="1270000"/>
            <a:ext cx="660400" cy="7112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73700" y="12700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4100" y="1270000"/>
            <a:ext cx="40513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900" y="1270000"/>
            <a:ext cx="3695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CHIFFRES CLÉS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73700" y="2108200"/>
            <a:ext cx="660400" cy="7112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3700" y="21082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4100" y="2108200"/>
            <a:ext cx="40513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11900" y="2108200"/>
            <a:ext cx="3695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NOTRE ÉQUIPE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73700" y="2946400"/>
            <a:ext cx="660400" cy="7112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3700" y="29464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34100" y="2946400"/>
            <a:ext cx="40513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1900" y="2946400"/>
            <a:ext cx="3695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CONTACT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924812" y="0"/>
            <a:ext cx="8768588" cy="7556500"/>
          </a:xfrm>
          <a:custGeom>
            <a:avLst/>
            <a:gdLst/>
            <a:ahLst/>
            <a:cxnLst/>
            <a:rect l="l" t="t" r="r" b="b"/>
            <a:pathLst>
              <a:path w="8768588" h="7556500">
                <a:moveTo>
                  <a:pt x="2352548" y="0"/>
                </a:moveTo>
                <a:lnTo>
                  <a:pt x="8768588" y="0"/>
                </a:lnTo>
                <a:lnTo>
                  <a:pt x="8768588" y="7556500"/>
                </a:lnTo>
                <a:lnTo>
                  <a:pt x="0" y="755650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5346700" y="0"/>
            <a:ext cx="5346700" cy="7556500"/>
          </a:xfrm>
          <a:custGeom>
            <a:avLst/>
            <a:gdLst/>
            <a:ahLst/>
            <a:cxnLst/>
            <a:rect l="l" t="t" r="r" b="b"/>
            <a:pathLst>
              <a:path w="5346700" h="7556500">
                <a:moveTo>
                  <a:pt x="2352548" y="0"/>
                </a:moveTo>
                <a:lnTo>
                  <a:pt x="5346700" y="0"/>
                </a:lnTo>
                <a:lnTo>
                  <a:pt x="5346700" y="7556500"/>
                </a:lnTo>
                <a:lnTo>
                  <a:pt x="0" y="7556500"/>
                </a:lnTo>
                <a:close/>
              </a:path>
            </a:pathLst>
          </a:cu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2115820"/>
            <a:ext cx="427736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250"/>
              </a:spcAft>
            </a:pPr>
            <a:r>
              <a:rPr sz="5000" b="1">
                <a:solidFill>
                  <a:srgbClr val="1CB2FE"/>
                </a:solidFill>
                <a:latin typeface="Ubuntu Mon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2928620"/>
            <a:ext cx="4491228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90"/>
              </a:spcAft>
            </a:pPr>
            <a:r>
              <a:rPr sz="2200" b="1">
                <a:solidFill>
                  <a:srgbClr val="FFFFFF"/>
                </a:solidFill>
                <a:latin typeface="Ubuntu Mono"/>
              </a:rPr>
              <a:t>TITRE DU CHAPITRE</a:t>
            </a:r>
          </a:p>
        </p:txBody>
      </p:sp>
      <p:pic>
        <p:nvPicPr>
          <p:cNvPr id="7" name="Picture 6" descr="logo_blanc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769100"/>
            <a:ext cx="1778000" cy="4103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DE LA DIAPOSITIVE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70000"/>
            <a:ext cx="5032248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937000"/>
            <a:ext cx="5032248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1">
                <a:solidFill>
                  <a:srgbClr val="0A4FA0"/>
                </a:solidFill>
                <a:latin typeface="Ubuntu Mono"/>
              </a:rPr>
              <a:t>SOUS-TITRE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165600"/>
            <a:ext cx="5032248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4248" y="1270000"/>
            <a:ext cx="2132076" cy="9906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448308"/>
            <a:ext cx="1979676" cy="44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00 000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5848" y="1884172"/>
            <a:ext cx="1928876" cy="336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indicateur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53324" y="1270000"/>
            <a:ext cx="2132076" cy="9906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524" y="1448308"/>
            <a:ext cx="1979676" cy="44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4924" y="1884172"/>
            <a:ext cx="1928876" cy="336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indicateur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4248" y="2387600"/>
            <a:ext cx="2132076" cy="9906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0448" y="2565908"/>
            <a:ext cx="1979676" cy="44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5848" y="3001772"/>
            <a:ext cx="1928876" cy="336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indicateur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3324" y="2387600"/>
            <a:ext cx="2132076" cy="9906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9524" y="2565908"/>
            <a:ext cx="1979676" cy="44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4924" y="3001772"/>
            <a:ext cx="1928876" cy="336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indicateur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4248" y="3683000"/>
            <a:ext cx="4391152" cy="32639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1248" y="3797300"/>
            <a:ext cx="4137152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ENCADRÉ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1248" y="4025900"/>
            <a:ext cx="4137152" cy="2832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CHIFFRES CLÉS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70000"/>
            <a:ext cx="2324100" cy="10160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452880"/>
            <a:ext cx="21717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00 000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99920"/>
            <a:ext cx="2120900" cy="345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libellé de l’indicateur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2959100" y="1270000"/>
            <a:ext cx="2324100" cy="10160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300" y="1452880"/>
            <a:ext cx="21717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0700" y="1899920"/>
            <a:ext cx="2120900" cy="345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libellé de l’indicateur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0200" y="1270000"/>
            <a:ext cx="2324100" cy="10160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1452880"/>
            <a:ext cx="21717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1800" y="1899920"/>
            <a:ext cx="2120900" cy="345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libellé de l’indicateur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1300" y="1270000"/>
            <a:ext cx="2324100" cy="10160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7500" y="1452880"/>
            <a:ext cx="21717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0 000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62900" y="1899920"/>
            <a:ext cx="2120900" cy="345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libellé de l’indicateur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2540000"/>
            <a:ext cx="3141133" cy="43307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" y="2654300"/>
            <a:ext cx="2887133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2882900"/>
            <a:ext cx="2887133" cy="389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6133" y="2540000"/>
            <a:ext cx="3141133" cy="43307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3133" y="2654300"/>
            <a:ext cx="2887133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3133" y="2882900"/>
            <a:ext cx="2887133" cy="389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4266" y="2540000"/>
            <a:ext cx="3141133" cy="43307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1266" y="2654300"/>
            <a:ext cx="2887133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BLOC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1266" y="2882900"/>
            <a:ext cx="2887133" cy="389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DE LA DIAPOSITIVE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70000"/>
            <a:ext cx="4451604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46700" y="1270000"/>
            <a:ext cx="4838700" cy="2774950"/>
          </a:xfrm>
          <a:prstGeom prst="rect">
            <a:avLst/>
          </a:prstGeom>
          <a:solidFill>
            <a:srgbClr val="E8EEF6"/>
          </a:solidFill>
          <a:ln w="12700">
            <a:solidFill>
              <a:srgbClr val="96AF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48300" y="1270000"/>
            <a:ext cx="4635500" cy="2774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60"/>
              </a:spcAft>
            </a:pPr>
            <a:r>
              <a:rPr sz="800" b="0">
                <a:solidFill>
                  <a:srgbClr val="5A6B7F"/>
                </a:solidFill>
                <a:latin typeface="Ubuntu Mono"/>
              </a:rPr>
              <a:t>Image à insérer (clic droit : Modifier l’image)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6700" y="4171950"/>
            <a:ext cx="4838700" cy="2774950"/>
          </a:xfrm>
          <a:prstGeom prst="rect">
            <a:avLst/>
          </a:prstGeom>
          <a:solidFill>
            <a:srgbClr val="E8EEF6"/>
          </a:solidFill>
          <a:ln w="12700">
            <a:solidFill>
              <a:srgbClr val="96AF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8300" y="4171950"/>
            <a:ext cx="4635500" cy="2774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60"/>
              </a:spcAft>
            </a:pPr>
            <a:r>
              <a:rPr sz="800" b="0">
                <a:solidFill>
                  <a:srgbClr val="5A6B7F"/>
                </a:solidFill>
                <a:latin typeface="Ubuntu Mono"/>
              </a:rPr>
              <a:t>Image à insérer (clic droit : Modifier l’image)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DE LA DIAPOSITIVE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70000"/>
            <a:ext cx="3141133" cy="1905000"/>
          </a:xfrm>
          <a:prstGeom prst="rect">
            <a:avLst/>
          </a:pr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1384300"/>
            <a:ext cx="2887133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612900"/>
            <a:ext cx="2887133" cy="147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6133" y="1270000"/>
            <a:ext cx="3141133" cy="19050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03133" y="1384300"/>
            <a:ext cx="2887133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3133" y="1612900"/>
            <a:ext cx="2887133" cy="147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4266" y="1270000"/>
            <a:ext cx="3141133" cy="19050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1266" y="1384300"/>
            <a:ext cx="2887133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1266" y="1612900"/>
            <a:ext cx="2887133" cy="147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3378200"/>
            <a:ext cx="9677400" cy="35179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000" y="3492500"/>
            <a:ext cx="9423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ENCADRÉ COMPLÉMENTAIRE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3759200"/>
            <a:ext cx="3056466" cy="2959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600" y="3835400"/>
            <a:ext cx="2853266" cy="280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Sous-titre
Texte à remplacer : décrivez ici votre sujet en quelques lignes claires, avec des phrases courtes.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8466" y="3759200"/>
            <a:ext cx="3056466" cy="2959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20066" y="3835400"/>
            <a:ext cx="2853266" cy="280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Sous-titre
Texte à remplacer : décrivez ici votre sujet en quelques lignes claires, avec des phrases courtes.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1933" y="3759200"/>
            <a:ext cx="3056466" cy="2959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03533" y="3835400"/>
            <a:ext cx="2853266" cy="280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Sous-titre
Texte à remplacer : décrivez ici votre sujet en quelques lignes claires, avec des phrases courtes.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NOTRE HISTOIRE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70000"/>
            <a:ext cx="9677400" cy="2794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295400"/>
            <a:ext cx="94742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82"/>
              </a:spcAft>
            </a:pPr>
            <a:r>
              <a:rPr sz="850" b="1">
                <a:solidFill>
                  <a:srgbClr val="0A4FA0"/>
                </a:solidFill>
                <a:latin typeface="Ubuntu Mono"/>
              </a:rPr>
              <a:t>Phrase d’introduction de la frise chronologique.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1727200"/>
            <a:ext cx="2324100" cy="558800"/>
          </a:xfrm>
          <a:prstGeom prst="rect">
            <a:avLst/>
          </a:pr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727200"/>
            <a:ext cx="23241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2013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438400"/>
            <a:ext cx="23241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ÉVÉNEMENT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641600"/>
            <a:ext cx="23241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50"/>
              </a:lnSpc>
              <a:spcAft>
                <a:spcPts val="360"/>
              </a:spcAft>
            </a:pPr>
            <a:r>
              <a:rPr sz="8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59100" y="1727200"/>
            <a:ext cx="2324100" cy="5588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9100" y="1727200"/>
            <a:ext cx="23241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2019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9100" y="2438400"/>
            <a:ext cx="23241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ÉVÉNEMENT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100" y="2641600"/>
            <a:ext cx="23241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50"/>
              </a:lnSpc>
              <a:spcAft>
                <a:spcPts val="360"/>
              </a:spcAft>
            </a:pPr>
            <a:r>
              <a:rPr sz="8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10200" y="1727200"/>
            <a:ext cx="2324100" cy="5588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10200" y="1727200"/>
            <a:ext cx="23241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0200" y="2438400"/>
            <a:ext cx="23241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ÉVÉNEMENT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0200" y="2641600"/>
            <a:ext cx="23241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50"/>
              </a:lnSpc>
              <a:spcAft>
                <a:spcPts val="360"/>
              </a:spcAft>
            </a:pPr>
            <a:r>
              <a:rPr sz="8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1300" y="1727200"/>
            <a:ext cx="2324100" cy="558800"/>
          </a:xfrm>
          <a:prstGeom prst="rect">
            <a:avLst/>
          </a:prstGeom>
          <a:solidFill>
            <a:srgbClr val="19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1300" y="1727200"/>
            <a:ext cx="23241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1300" y="2438400"/>
            <a:ext cx="23241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ÉVÉNEMENT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1300" y="2641600"/>
            <a:ext cx="23241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50"/>
              </a:lnSpc>
              <a:spcAft>
                <a:spcPts val="360"/>
              </a:spcAft>
            </a:pPr>
            <a:r>
              <a:rPr sz="8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3937000"/>
            <a:ext cx="4775200" cy="29464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" y="4051300"/>
            <a:ext cx="452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CONTINUITÉ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4279900"/>
            <a:ext cx="45212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0200" y="3937000"/>
            <a:ext cx="4775200" cy="29464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7200" y="4051300"/>
            <a:ext cx="452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NOUVELLE DYNAMIQUE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7200" y="4279900"/>
            <a:ext cx="45212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DE LA DIAPOSITIVE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70000"/>
            <a:ext cx="5612892" cy="5600700"/>
          </a:xfrm>
          <a:prstGeom prst="rect">
            <a:avLst/>
          </a:prstGeom>
          <a:solidFill>
            <a:srgbClr val="E8EEF6"/>
          </a:solidFill>
          <a:ln w="12700">
            <a:solidFill>
              <a:srgbClr val="96AF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5409692" cy="560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60"/>
              </a:spcAft>
            </a:pPr>
            <a:r>
              <a:rPr sz="800" b="0">
                <a:solidFill>
                  <a:srgbClr val="5A6B7F"/>
                </a:solidFill>
                <a:latin typeface="Ubuntu Mono"/>
              </a:rPr>
              <a:t>Image à insérer (clic droit : Modifier l’image)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3292" y="1270000"/>
            <a:ext cx="3912107" cy="56007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292" y="1384300"/>
            <a:ext cx="3658107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POINTS CLÉS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292" y="1612900"/>
            <a:ext cx="3658107" cy="516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■ Premier point à développer
■ Deuxième point à développer
■ Troisième point à développer
■ Quatrième point à développer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DU TABLEAU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8000" y="1270000"/>
          <a:ext cx="967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350"/>
                <a:gridCol w="2419350"/>
                <a:gridCol w="2419350"/>
                <a:gridCol w="2419350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Ubuntu Mono"/>
                        </a:rPr>
                        <a:t>Colonne 1</a:t>
                      </a:r>
                    </a:p>
                  </a:txBody>
                  <a:tcPr marL="101600">
                    <a:solidFill>
                      <a:srgbClr val="0A4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Ubuntu Mono"/>
                        </a:rPr>
                        <a:t>Colonne 2</a:t>
                      </a:r>
                    </a:p>
                  </a:txBody>
                  <a:tcPr marL="101600">
                    <a:solidFill>
                      <a:srgbClr val="0A4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Ubuntu Mono"/>
                        </a:rPr>
                        <a:t>Colonne 3</a:t>
                      </a:r>
                    </a:p>
                  </a:txBody>
                  <a:tcPr marL="101600">
                    <a:solidFill>
                      <a:srgbClr val="0A4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Ubuntu Mono"/>
                        </a:rPr>
                        <a:t>Colonne 4</a:t>
                      </a:r>
                    </a:p>
                  </a:txBody>
                  <a:tcPr marL="101600">
                    <a:solidFill>
                      <a:srgbClr val="0A4FA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8000" y="3733800"/>
            <a:ext cx="96774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0">
                <a:solidFill>
                  <a:srgbClr val="5A6B7F"/>
                </a:solidFill>
                <a:latin typeface="Ubuntu Mono"/>
              </a:rPr>
              <a:t>Note ou source du tableau.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80264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POURQUOI NOUS CHOISIR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70000"/>
            <a:ext cx="4775200" cy="277495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8000" y="1270000"/>
            <a:ext cx="50800" cy="277495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1200" y="1447800"/>
            <a:ext cx="4394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0A4FA0"/>
                </a:solidFill>
                <a:latin typeface="Ubuntu Mono"/>
              </a:rPr>
              <a:t>ATOUT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1727200"/>
            <a:ext cx="4394200" cy="2216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05"/>
              </a:spcAft>
            </a:pPr>
            <a:r>
              <a:rPr sz="9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200" y="1270000"/>
            <a:ext cx="4775200" cy="277495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10200" y="1270000"/>
            <a:ext cx="50800" cy="277495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13400" y="1447800"/>
            <a:ext cx="4394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0A4FA0"/>
                </a:solidFill>
                <a:latin typeface="Ubuntu Mono"/>
              </a:rPr>
              <a:t>ATOUT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3400" y="1727200"/>
            <a:ext cx="4394200" cy="2216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05"/>
              </a:spcAft>
            </a:pPr>
            <a:r>
              <a:rPr sz="9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4171950"/>
            <a:ext cx="4775200" cy="277495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000" y="4171950"/>
            <a:ext cx="50800" cy="277495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4349750"/>
            <a:ext cx="4394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0A4FA0"/>
                </a:solidFill>
                <a:latin typeface="Ubuntu Mono"/>
              </a:rPr>
              <a:t>ATOUT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200" y="4629150"/>
            <a:ext cx="4394200" cy="2216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05"/>
              </a:spcAft>
            </a:pPr>
            <a:r>
              <a:rPr sz="9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10200" y="4171950"/>
            <a:ext cx="4775200" cy="277495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10200" y="4171950"/>
            <a:ext cx="50800" cy="277495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13400" y="4349750"/>
            <a:ext cx="4394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0A4FA0"/>
                </a:solidFill>
                <a:latin typeface="Ubuntu Mono"/>
              </a:rPr>
              <a:t>ATOUT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3400" y="4629150"/>
            <a:ext cx="4394200" cy="2216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05"/>
              </a:spcAft>
            </a:pPr>
            <a:r>
              <a:rPr sz="9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7124700"/>
            <a:ext cx="96774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000" y="7226300"/>
            <a:ext cx="8661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7400" y="72263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3400" cy="75565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416040" cy="4911725"/>
          </a:xfrm>
          <a:custGeom>
            <a:avLst/>
            <a:gdLst/>
            <a:ahLst/>
            <a:cxnLst/>
            <a:rect l="l" t="t" r="r" b="b"/>
            <a:pathLst>
              <a:path w="6416040" h="4911725">
                <a:moveTo>
                  <a:pt x="0" y="0"/>
                </a:moveTo>
                <a:lnTo>
                  <a:pt x="6416040" y="0"/>
                </a:lnTo>
                <a:lnTo>
                  <a:pt x="4277360" y="4156075"/>
                </a:lnTo>
                <a:lnTo>
                  <a:pt x="0" y="4911725"/>
                </a:lnTo>
                <a:close/>
              </a:path>
            </a:pathLst>
          </a:custGeom>
          <a:solidFill>
            <a:srgbClr val="19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2644775"/>
            <a:ext cx="10693400" cy="4911725"/>
          </a:xfrm>
          <a:custGeom>
            <a:avLst/>
            <a:gdLst/>
            <a:ahLst/>
            <a:cxnLst/>
            <a:rect l="l" t="t" r="r" b="b"/>
            <a:pathLst>
              <a:path w="10693400" h="4911725">
                <a:moveTo>
                  <a:pt x="4812030" y="1511300"/>
                </a:moveTo>
                <a:lnTo>
                  <a:pt x="10693400" y="0"/>
                </a:lnTo>
                <a:lnTo>
                  <a:pt x="10693400" y="4911725"/>
                </a:lnTo>
                <a:lnTo>
                  <a:pt x="0" y="4911725"/>
                </a:lnTo>
                <a:close/>
              </a:path>
            </a:pathLst>
          </a:cu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blanc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3810000" cy="8792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8000" y="3778250"/>
            <a:ext cx="53467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FFFFFF"/>
                </a:solidFill>
                <a:latin typeface="Ubuntu Mono"/>
              </a:rPr>
              <a:t>MERCI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6032500"/>
            <a:ext cx="641604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Enedril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3 avenue des Lacs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64140 Lons (France)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info@enedril.fr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+33 (0)5 59 04 50 45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www.enedril.com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