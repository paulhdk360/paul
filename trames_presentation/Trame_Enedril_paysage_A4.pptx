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0693400" cy="7556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uvertur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ctrTitle" idx="0"/>
          </p:nvPr>
        </p:nvSpPr>
        <p:spPr>
          <a:xfrm>
            <a:off x="635000" y="3929380"/>
            <a:ext cx="9423400" cy="15113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32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2" name="Sous-titre"/>
          <p:cNvSpPr>
            <a:spLocks noGrp="1"/>
          </p:cNvSpPr>
          <p:nvPr>
            <p:ph type="subTitle" idx="1"/>
          </p:nvPr>
        </p:nvSpPr>
        <p:spPr>
          <a:xfrm>
            <a:off x="635000" y="5567680"/>
            <a:ext cx="9423400" cy="508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300" b="0">
                <a:solidFill>
                  <a:srgbClr val="8FD6FF"/>
                </a:solidFill>
                <a:latin typeface="Ubuntu Mono"/>
              </a:defRPr>
            </a:lvl1pPr>
          </a:lstStyle>
          <a:p>
            <a:r>
              <a:rPr lang="fr-FR"/>
              <a:t>Sous-titre · date · interlocuteur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de 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635000" y="2266950"/>
            <a:ext cx="4812030" cy="256921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Titre de section</a:t>
            </a:r>
          </a:p>
        </p:txBody>
      </p:sp>
      <p:sp>
        <p:nvSpPr>
          <p:cNvPr id="2" name="Texte"/>
          <p:cNvSpPr>
            <a:spLocks noGrp="1"/>
          </p:cNvSpPr>
          <p:nvPr>
            <p:ph type="body" idx="1"/>
          </p:nvPr>
        </p:nvSpPr>
        <p:spPr>
          <a:xfrm>
            <a:off x="635000" y="4988560"/>
            <a:ext cx="4277360" cy="762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00" b="0">
                <a:solidFill>
                  <a:srgbClr val="8FD6FF"/>
                </a:solidFill>
                <a:latin typeface="Ubuntu Mono"/>
              </a:defRPr>
            </a:lvl1pPr>
          </a:lstStyle>
          <a:p>
            <a:r>
              <a:rPr lang="fr-FR"/>
              <a:t>Courte introduction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et contenu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457200"/>
            <a:ext cx="80264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  <p:sp>
        <p:nvSpPr>
          <p:cNvPr id="2" name="Contenu"/>
          <p:cNvSpPr>
            <a:spLocks noGrp="1"/>
          </p:cNvSpPr>
          <p:nvPr>
            <p:ph type="body" idx="1"/>
          </p:nvPr>
        </p:nvSpPr>
        <p:spPr>
          <a:xfrm>
            <a:off x="508000" y="1422400"/>
            <a:ext cx="9677400" cy="53467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30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30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5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Cliquez pour ajouter du texte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lonne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457200"/>
            <a:ext cx="80264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  <p:sp>
        <p:nvSpPr>
          <p:cNvPr id="2" name="Colonne 1"/>
          <p:cNvSpPr>
            <a:spLocks noGrp="1"/>
          </p:cNvSpPr>
          <p:nvPr>
            <p:ph type="body" idx="1"/>
          </p:nvPr>
        </p:nvSpPr>
        <p:spPr>
          <a:xfrm>
            <a:off x="508000" y="1422400"/>
            <a:ext cx="4711700" cy="53467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Colonne de gauche</a:t>
            </a:r>
          </a:p>
        </p:txBody>
      </p:sp>
      <p:sp>
        <p:nvSpPr>
          <p:cNvPr id="3" name="Colonne 2"/>
          <p:cNvSpPr>
            <a:spLocks noGrp="1"/>
          </p:cNvSpPr>
          <p:nvPr>
            <p:ph type="body" idx="2"/>
          </p:nvPr>
        </p:nvSpPr>
        <p:spPr>
          <a:xfrm>
            <a:off x="5473700" y="1422400"/>
            <a:ext cx="4711700" cy="53467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Colonne de droite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hiffres clé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457200"/>
            <a:ext cx="80264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Chiffres clés</a:t>
            </a:r>
          </a:p>
        </p:txBody>
      </p:sp>
      <p:sp>
        <p:nvSpPr>
          <p:cNvPr id="2" name="Chiffre 1"/>
          <p:cNvSpPr>
            <a:spLocks noGrp="1"/>
          </p:cNvSpPr>
          <p:nvPr>
            <p:ph type="body" idx="1"/>
          </p:nvPr>
        </p:nvSpPr>
        <p:spPr>
          <a:xfrm>
            <a:off x="660400" y="1828800"/>
            <a:ext cx="198120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6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3" name="Chiffre 2"/>
          <p:cNvSpPr>
            <a:spLocks noGrp="1"/>
          </p:cNvSpPr>
          <p:nvPr>
            <p:ph type="body" idx="2"/>
          </p:nvPr>
        </p:nvSpPr>
        <p:spPr>
          <a:xfrm>
            <a:off x="3124200" y="1828800"/>
            <a:ext cx="198120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6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4" name="Chiffre 3"/>
          <p:cNvSpPr>
            <a:spLocks noGrp="1"/>
          </p:cNvSpPr>
          <p:nvPr>
            <p:ph type="body" idx="3"/>
          </p:nvPr>
        </p:nvSpPr>
        <p:spPr>
          <a:xfrm>
            <a:off x="5588000" y="1828800"/>
            <a:ext cx="198120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6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5" name="Chiffre 4"/>
          <p:cNvSpPr>
            <a:spLocks noGrp="1"/>
          </p:cNvSpPr>
          <p:nvPr>
            <p:ph type="body" idx="4"/>
          </p:nvPr>
        </p:nvSpPr>
        <p:spPr>
          <a:xfrm>
            <a:off x="8051800" y="1828800"/>
            <a:ext cx="198120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6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6" name="Contenu"/>
          <p:cNvSpPr>
            <a:spLocks noGrp="1"/>
          </p:cNvSpPr>
          <p:nvPr>
            <p:ph type="body" idx="5"/>
          </p:nvPr>
        </p:nvSpPr>
        <p:spPr>
          <a:xfrm>
            <a:off x="508000" y="3810000"/>
            <a:ext cx="9677400" cy="29591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Commentaire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08000" y="457200"/>
            <a:ext cx="80264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 et contact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re"/>
          <p:cNvSpPr>
            <a:spLocks noGrp="1"/>
          </p:cNvSpPr>
          <p:nvPr>
            <p:ph type="title" idx="0"/>
          </p:nvPr>
        </p:nvSpPr>
        <p:spPr>
          <a:xfrm>
            <a:off x="5881370" y="1662430"/>
            <a:ext cx="4063491" cy="105791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30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8203F"/>
      </a:dk2>
      <a:lt2>
        <a:srgbClr val="EAF4FC"/>
      </a:lt2>
      <a:accent1>
        <a:srgbClr val="0A4FA0"/>
      </a:accent1>
      <a:accent2>
        <a:srgbClr val="1CB2FE"/>
      </a:accent2>
      <a:accent3>
        <a:srgbClr val="0F7FCB"/>
      </a:accent3>
      <a:accent4>
        <a:srgbClr val="01ADEE"/>
      </a:accent4>
      <a:accent5>
        <a:srgbClr val="08203F"/>
      </a:accent5>
      <a:accent6>
        <a:srgbClr val="5A6B7F"/>
      </a:accent6>
      <a:hlink>
        <a:srgbClr val="0000FF"/>
      </a:hlink>
      <a:folHlink>
        <a:srgbClr val="800080"/>
      </a:folHlink>
    </a:clrScheme>
    <a:fontScheme name="Office">
      <a:majorFont>
        <a:latin typeface="Ubuntu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Ubuntu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