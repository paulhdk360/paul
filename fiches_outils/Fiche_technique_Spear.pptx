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Spear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FULL CIRCLE RELEASING SPEAR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INTERNAL-CATCH FISHING SPEAR FOR TUBING, DRILL PIPE AND CASING OF ALL SIZES. FULL CIRCLE SLIPS AND THE TAPERS ON THE BODY SPREAD THE EXPANSION STRAIN OVER A LONG VERTICAL SECTION AND ALMOST THE WHOLE INNER CIRCUMFERENCE OF THE FISH, ALLOWING HEAVY PULLING AND JARRING WITHOUT DISTORTING IT. CAN BE RUN WITH INTERNAL CUTTERS FOR CUT-AND-PULL OPERATIONS.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48006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DRILL PIPE AND TUBING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4991100"/>
          <a:ext cx="3047999" cy="1727200"/>
        </p:xfrm>
        <a:graphic>
          <a:graphicData uri="http://schemas.openxmlformats.org/drawingml/2006/table">
            <a:tbl>
              <a:tblPr/>
              <a:tblGrid>
                <a:gridCol w="609600"/>
                <a:gridCol w="637309"/>
                <a:gridCol w="609600"/>
                <a:gridCol w="471054"/>
                <a:gridCol w="720436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Slips Ø retracted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Slip area (sq 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yield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DP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1-11/16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56,400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 Tbg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1-29/32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71,500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DP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110,400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 Tbg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DP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172,000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 Tbg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 DP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296,000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 Tbg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DP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3-15/32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318,000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 DP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628,000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797300" y="4800600"/>
            <a:ext cx="3048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CASING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797300" y="4991100"/>
          <a:ext cx="3047997" cy="2006600"/>
        </p:xfrm>
        <a:graphic>
          <a:graphicData uri="http://schemas.openxmlformats.org/drawingml/2006/table">
            <a:tbl>
              <a:tblPr/>
              <a:tblGrid>
                <a:gridCol w="544285"/>
                <a:gridCol w="653142"/>
                <a:gridCol w="598714"/>
                <a:gridCol w="462642"/>
                <a:gridCol w="789214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 size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Slips Ø retracted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Slip area (sq in)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Body yield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3-25/32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376,000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217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169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265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628,000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-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283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945,000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1,060,000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398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1,228,000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6-7/16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502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1,414,000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652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1,761,000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8-3/16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833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2,324,000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3,300,000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10-9/16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1,552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4,300,000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97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2,017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5,961,000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11200" y="7099300"/>
            <a:ext cx="61341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740"/>
              </a:lnSpc>
              <a:spcAft>
                <a:spcPts val="0"/>
              </a:spcAft>
            </a:pPr>
            <a:r>
              <a:rPr sz="62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inches. DP: drill pipe, Tbg: tubing. Yield strengths are theoretical body values (accuracy about 20%), not the strength of the fish; jarring may multiply the pull load by 3 to 10. Each spear has 3 to 6 slips depending on size.</a:t>
            </a:r>
          </a:p>
        </p:txBody>
      </p:sp>
      <p:pic>
        <p:nvPicPr>
          <p:cNvPr id="26" name="Picture 25" descr="agentC_spe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7429500"/>
            <a:ext cx="263882" cy="2603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270000" y="74041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0000" y="7607300"/>
            <a:ext cx="26035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Full circle slips: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large engagement area, low risk of rupturing the fish.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Friction grip: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friction springs up to 3-1/2 in. nominal and 4 in. tubing; friction blocks on larger sizes and casing.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Safety ring: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stops the spear entering a fish too small to release from.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Two release modes: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bump down and rotate; left-hand wickers on the slips as back-up.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Circulation: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safety ring packoff seals inside the fish.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0000" y="8902700"/>
            <a:ext cx="2540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ACCESSORIES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0000" y="9105900"/>
            <a:ext cx="2603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Mill, side hill and sub-type nuts; 36 in. extensions (bored for circulation); skirts and guides for oversize holes; stop subs.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89400" y="74041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9400" y="7607300"/>
            <a:ext cx="27559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Engage: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lower slowly into the fish, rotate at least 1/6 turn to the left, then pull.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Release: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bump down full string weight, rotate at least 1/6 turn to the right and raise.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Deep or crooked holes: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more rotation may be needed; it does no harm.</a:t>
            </a:r>
          </a:p>
          <a:p>
            <a:pPr algn="l">
              <a:lnSpc>
                <a:spcPts val="860"/>
              </a:lnSpc>
              <a:spcAft>
                <a:spcPts val="200"/>
              </a:spcAft>
            </a:pPr>
            <a:r>
              <a:rPr sz="54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Always </a:t>
            </a:r>
            <a:r>
              <a:rPr sz="69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keep a heavy upward strain when rotating the fish, and bump down before releasing.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89400" y="8724900"/>
            <a:ext cx="27559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89400" y="8915400"/>
            <a:ext cx="27559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50"/>
              </a:lnSpc>
              <a:spcAft>
                <a:spcPts val="0"/>
              </a:spcAft>
            </a:pPr>
            <a:r>
              <a:rPr sz="65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spear name and assembly number  2. size and type of top connection  3. size and weight of the pipe to be caught. Recommended spares: 2 sets of slips per fish size, 1 unitizer (or 2 friction block assemblies), 2 friction retainers, 1 stop, 1 safety ring per slip size.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