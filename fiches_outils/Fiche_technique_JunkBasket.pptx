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JUNK BASKET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JUNK BASKET WITH DOUBLE CATCHERS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SIMPLE, DEPENDABLE FISHING TOOL FOR RETRIEVING LOOSE JUNK FROM THE BOTTOM OF THE HOLE: BIT CONES, BEARINGS, BROKEN SLIPS, WIRELINE, HAND TOOLS, DEBRIS FROM TWISTED-OFF STRINGS AND MILLING CUTTINGS. TWO FREE-REVOLVING CATCHERS SIT INSIDE A MILL SHOE, SO THE BASKET CUTS A SHORT CORE THAT LOCKS THE JUNK IN THE BARREL. IT CAN ALSO TAKE A CORE SAMPLE, DRILL A FULL-GAUGE HOLE OR REAM. MAGNET INSERTS AND ACCESSORY SHOES ADAPT IT TO THE JOB.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9784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TECHNICAL CHARACTERISTICS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1200" y="5181600"/>
          <a:ext cx="2997196" cy="1508760"/>
        </p:xfrm>
        <a:graphic>
          <a:graphicData uri="http://schemas.openxmlformats.org/drawingml/2006/table">
            <a:tbl>
              <a:tblPr/>
              <a:tblGrid>
                <a:gridCol w="761583"/>
                <a:gridCol w="466777"/>
                <a:gridCol w="442209"/>
                <a:gridCol w="565045"/>
                <a:gridCol w="343940"/>
                <a:gridCol w="417642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Hole size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Barrel OD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Shoe OD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fish Ø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Teeth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3-3/4 - 4-1/8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4-1/4 - 4-1/2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4-5/8 - 5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3-9/32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4-5/8 - 5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5-1/8 - 5-1/2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3-23/32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5-3/8 - 6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3-25/32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5-5/8 - 6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6-1/8 - 6-1/2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4-13/32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6-1/8 - 6-1/2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848100" y="5181600"/>
          <a:ext cx="2997196" cy="1508760"/>
        </p:xfrm>
        <a:graphic>
          <a:graphicData uri="http://schemas.openxmlformats.org/drawingml/2006/table">
            <a:tbl>
              <a:tblPr/>
              <a:tblGrid>
                <a:gridCol w="761583"/>
                <a:gridCol w="466777"/>
                <a:gridCol w="442209"/>
                <a:gridCol w="565045"/>
                <a:gridCol w="343940"/>
                <a:gridCol w="417642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Hole size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Barrel OD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Shoe OD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fish Ø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Teeth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6-1/8 - 6-1/2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6-5/8 - 7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4-13/16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7-1/4 - 8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5-7/16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8-1/4 - 9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6-3/16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205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9-1/4 - 10-1/8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7-3/16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255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10-1/4 - 11-5/8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290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11-3/4 - 12-1/2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12-5/8 - 15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15 - 20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655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11200" y="6728459"/>
            <a:ext cx="613410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40"/>
              </a:lnSpc>
              <a:spcAft>
                <a:spcPts val="0"/>
              </a:spcAft>
            </a:pPr>
            <a:r>
              <a:rPr sz="62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Dimensions in inches, weights in lb (approximate). Shoes should be at least 1/8 in. over the barrel size.</a:t>
            </a:r>
          </a:p>
        </p:txBody>
      </p:sp>
      <p:pic>
        <p:nvPicPr>
          <p:cNvPr id="25" name="Picture 24" descr="junk_tool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6944359"/>
            <a:ext cx="584188" cy="304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46200" y="6918959"/>
            <a:ext cx="2603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DESIGN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6200" y="7122159"/>
            <a:ext cx="2641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5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Double catchers: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the upper fingers reach half way to the centre and break the core on pull; the lower catcher has alternating long and short fingers forming a close-fitting basket.</a:t>
            </a:r>
          </a:p>
          <a:p>
            <a:pPr algn="l">
              <a:lnSpc>
                <a:spcPts val="85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Free-revolving catchers: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spin inside the shoe, which prevents finger breakage.</a:t>
            </a:r>
          </a:p>
          <a:p>
            <a:pPr algn="l">
              <a:lnSpc>
                <a:spcPts val="85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Rivet-free catchers: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manganese bronze or steel fingers, redressed easily on location.</a:t>
            </a:r>
          </a:p>
          <a:p>
            <a:pPr algn="l">
              <a:lnSpc>
                <a:spcPts val="85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Magnet insert: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replaces the two catchers and turns the basket into a fishing magnet, useful in hard formations or to clean the hole before diamond drilling.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200" y="8722360"/>
            <a:ext cx="2603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SHOE 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6200" y="8925560"/>
            <a:ext cx="2641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5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Type A mill shoe: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side wings, hard metal facing; standard, for soft formations and loose fish.</a:t>
            </a:r>
          </a:p>
          <a:p>
            <a:pPr algn="l">
              <a:lnSpc>
                <a:spcPts val="85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Type B mill shoe: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hard-faced with sintered tungsten carbide, for hard formations.</a:t>
            </a:r>
          </a:p>
          <a:p>
            <a:pPr algn="l">
              <a:lnSpc>
                <a:spcPts val="85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Type C mill shoe: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flat bottom, hard-faced on bottom, inner and outer faces; cuts cores and burns metal.</a:t>
            </a:r>
          </a:p>
          <a:p>
            <a:pPr algn="l">
              <a:lnSpc>
                <a:spcPts val="85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Finger shoe: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for large, loose junk or junk too big for the catchers.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9400" y="6918959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OPERATING PARAMETERS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089400" y="7122159"/>
          <a:ext cx="2755900" cy="1117600"/>
        </p:xfrm>
        <a:graphic>
          <a:graphicData uri="http://schemas.openxmlformats.org/drawingml/2006/table">
            <a:tbl>
              <a:tblPr/>
              <a:tblGrid>
                <a:gridCol w="787400"/>
                <a:gridCol w="1968500"/>
              </a:tblGrid>
              <a:tr h="2794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Approach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Start circulation at reduced pressure just before bottom, rotate and lower slowly onto the fish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Mill shoes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 ton on bottom, 50 - 150 rpm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Finger shoes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Rotate and lower slowly to about 2 tons on bottom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Breaking the core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Stop rotation and circulation, release torque, take an upward pull; a hydraulic jar above helps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089400" y="8519160"/>
            <a:ext cx="27559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19"/>
              </a:lnSpc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After use, disassemble, clean and lubricate all internal parts, inspect catcher fingers and springs, and paint or grease the outside.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89400" y="8900160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9400" y="9090660"/>
            <a:ext cx="27559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19"/>
              </a:lnSpc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tool name and size  2. OD and type of shoe  3. top connection, if other than standard  4. recommended spares: 2 upper catchers, 2 lower catchers, 3 mill shoes, 2 finger shoes, 4 finger shoe replacements.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