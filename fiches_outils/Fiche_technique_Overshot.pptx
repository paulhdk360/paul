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Overshot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SERIES 150 RELEASING AND CIRCULATING OVERSHOT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EXTERNAL-CATCH FISHING TOOL THAT ENGAGES, PACKS OFF AND PULLS TWISTED-OFF OR LOST TUBING, DRILL PIPE, COUPLINGS, TOOL JOINTS, CASING AND OTHER SMOOTH-O.D. FISH. A SPIRAL OR BASKET GRAPPLE GRIPS THE FISH OVER A LONG SECTION, SO HEAVY PULLING, TORSION AND JARRING LOADS ARE TAKEN WITHOUT DAMAGING THE TOOL OR THE FISH. ENGAGING AND RELEASING BOTH USE RIGHT-HAND ROTATION 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851400"/>
            <a:ext cx="3238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FULL STRENGTH SIZES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041900"/>
          <a:ext cx="3238498" cy="2021840"/>
        </p:xfrm>
        <a:graphic>
          <a:graphicData uri="http://schemas.openxmlformats.org/drawingml/2006/table">
            <a:tbl>
              <a:tblPr/>
              <a:tblGrid>
                <a:gridCol w="693964"/>
                <a:gridCol w="751794"/>
                <a:gridCol w="751794"/>
                <a:gridCol w="491558"/>
                <a:gridCol w="549388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Overshot O.D.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catch, spiral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catch, basket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Type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(lb)*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5-9/16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261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337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208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642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1200" y="7139940"/>
            <a:ext cx="32385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* Assembly dressed with spiral parts. Inches. FS = full strength. Slim-hole and semi full strength types also exist; undersize parts fit smaller fish.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9400" y="485140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WIDE CATCH VERSION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089400" y="5041900"/>
          <a:ext cx="2755900" cy="1168400"/>
        </p:xfrm>
        <a:graphic>
          <a:graphicData uri="http://schemas.openxmlformats.org/drawingml/2006/table">
            <a:tbl>
              <a:tblPr/>
              <a:tblGrid>
                <a:gridCol w="482600"/>
                <a:gridCol w="482600"/>
                <a:gridCol w="584200"/>
                <a:gridCol w="609600"/>
                <a:gridCol w="596900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Tool O.D.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Catch range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catch, spiral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catch, basket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Load, spiral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3-21/32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332,100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407,100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435,200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548,900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548,900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969,000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089400" y="6248400"/>
            <a:ext cx="27559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60"/>
              </a:lnSpc>
              <a:spcAft>
                <a:spcPts val="0"/>
              </a:spcAft>
            </a:pPr>
            <a:r>
              <a:rPr sz="63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Same design with an extended catch range, up to four times that of a standard overshot, to reach heavily worn fish. Standard or high-pressure seals, full flow through the fish, coarse top-sub threads with set screws, 18 in. fish neck. Can cut grapple inventory by up to 75%.</a:t>
            </a:r>
          </a:p>
        </p:txBody>
      </p:sp>
      <p:pic>
        <p:nvPicPr>
          <p:cNvPr id="27" name="Picture 26" descr="agentC_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7495540"/>
            <a:ext cx="513468" cy="2603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98600" y="7470140"/>
            <a:ext cx="2730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8600" y="7673340"/>
            <a:ext cx="2540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Spiral or basket grapple: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spiral for fish near maximum catch size, basket for smaller fish.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Pack-off: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sleeve packer with spiral grapple; double-lip mill control packer (field-replaceable seals) with basket grapple.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Circulation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through the fish to help free it.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Right-hand only: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no left-hand rotation to engage or release.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Accessories: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oversize, wall hook and mill guides, extension subs, lock rings; coarse-thread version for easier assembly.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9400" y="747014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9400" y="7673340"/>
            <a:ext cx="27559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Engage: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rotate slowly right while lowering over the fish, let the twist slack out, then pull.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If the fish stays: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start the pumps and keep an upward strain.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Release: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bump down, then rotate right while slowly raising.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Precautions: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stop the pumps before lowering over the fish; bump full string weight before releasing; no left-hand rotation without upward strain.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9400" y="912114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9400" y="9311640"/>
            <a:ext cx="27559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50"/>
              </a:lnSpc>
              <a:spcAft>
                <a:spcPts val="0"/>
              </a:spcAft>
            </a:pPr>
            <a:r>
              <a:rPr sz="65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tool name and assembly number  2. size and type of fish  3. top connection  4. O.D. if other than standard. Spares (spiral): 3 packers, 2 grapples per size, 1 control. Spares (basket): 2 grapples, mill control packers per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