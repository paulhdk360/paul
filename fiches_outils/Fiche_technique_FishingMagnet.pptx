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 Magnet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PERMANENT MAGNET FOR JUNK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PERMANENT-MAGNET TOOL THAT RETRIEVES UNDRILLABLE OBJECTS WITH MAGNETIC ATTRACTION: BIT CONES, BEARINGS, SLIPS, MILL CUTTINGS, TONG PINS AND HAMMERS. IT PICKS UP SMALL, ODD-SHAPED ITEMS THAT INSIDE OR OUTSIDE CATCH TOOLS CANNOT HOLD. AVAILABLE FROM 1 IN. TO 20 IN. O.D., ON PIPE OR WIRELINE, WITH PULLS FROM 5 LB TO 5,000 LB DEPENDING ON SIZE. IT IS ALSO USED TO CLEAR THE HOLE BEFORE DIAMOND CORING.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8514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041900"/>
          <a:ext cx="3047998" cy="1894840"/>
        </p:xfrm>
        <a:graphic>
          <a:graphicData uri="http://schemas.openxmlformats.org/drawingml/2006/table">
            <a:tbl>
              <a:tblPr/>
              <a:tblGrid>
                <a:gridCol w="374754"/>
                <a:gridCol w="799475"/>
                <a:gridCol w="799475"/>
                <a:gridCol w="699540"/>
                <a:gridCol w="374754"/>
              </a:tblGrid>
              <a:tr h="279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Top pin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Approx. pull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1-1/4 to 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5/8 11-N.C.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5 - 7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1-5/8 to 2-1/2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5/8 S.R.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8 - 10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 to 2-3/4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5/8 S.R.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11 - 14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to 3-1/4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3/4 S.R.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15 - 20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2-3/4 to 3-5/8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3/4 S.R.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25 - 50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 to 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3/4 S.R.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50 - 85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3-1/4 to 4-1/8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Tbg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85 - 190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 to 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Tbg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85 - 190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 to 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150 - 250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to 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175 - 250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5-1/8 to 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250 - 320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 to 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320 - 385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797300" y="5041900"/>
          <a:ext cx="3047998" cy="1894840"/>
        </p:xfrm>
        <a:graphic>
          <a:graphicData uri="http://schemas.openxmlformats.org/drawingml/2006/table">
            <a:tbl>
              <a:tblPr/>
              <a:tblGrid>
                <a:gridCol w="374754"/>
                <a:gridCol w="799475"/>
                <a:gridCol w="799475"/>
                <a:gridCol w="699540"/>
                <a:gridCol w="374754"/>
              </a:tblGrid>
              <a:tr h="279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Top pin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Approx. pull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6-1/8 to 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385 - 425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6-1/8 to 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385 - 425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to 7-1/2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425 - 500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7-5/8 to 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550 - 700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8-5/8 to 9-3/4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700 - 850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9-7/8 to 11-5/8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850 - 1,000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335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10-1/2 to 11-7/8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1,000 - 1,125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 to 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1,125 - 1,260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12-1/4 to 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1,260 - 1,550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1,700 - 2,100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API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3,200 - 4,000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62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13-3/8 V-4 thd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4,200 - 5,000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11200" y="6974840"/>
            <a:ext cx="6134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Dimensions in inches, weights in lb (complete assembly, approximate). S.R.: sucker rod pin; Tbg: tubing pin. Pulls assume the magnet face fully covers a flat surface; pick-up capacity drops considerably on smaller contact areas.</a:t>
            </a:r>
          </a:p>
        </p:txBody>
      </p:sp>
      <p:pic>
        <p:nvPicPr>
          <p:cNvPr id="25" name="Picture 24" descr="agentC_m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7305040"/>
            <a:ext cx="647648" cy="2603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73200" y="7279640"/>
            <a:ext cx="22606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3200" y="7482840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Focused field: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flux is concentrated at the bottom pole plate; the outer case is not magnetised, so the tool works inside cased hole.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Circulation: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ports through the body exit inside the guide and keep the pole plate clean.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Guides: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flush (standard) for large or flat objects; lipped for 3 or more cones or leaning objects; mill guide for tong dies, 1 - 2 cones and safety runs before diamond coring.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Run on pipe or wireline: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wireline needs adaptors and gives no circulation.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8100" y="7279640"/>
            <a:ext cx="2997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PARAMETERS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848100" y="7470140"/>
          <a:ext cx="2997200" cy="1143000"/>
        </p:xfrm>
        <a:graphic>
          <a:graphicData uri="http://schemas.openxmlformats.org/drawingml/2006/table">
            <a:tbl>
              <a:tblPr/>
              <a:tblGrid>
                <a:gridCol w="1016000"/>
                <a:gridCol w="1981200"/>
              </a:tblGrid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Approach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Stop 6 in. to 1 ft above the fish; circulate to wash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Contact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Reduce flow, lower onto fish, rotate lightly, stop pumps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weight, rotating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weight, no rotation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Proper charge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2,500 gauss or more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848100" y="8714740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Excess weight or rotation can damage the pole plate and magnetic element. Never store two magnets face to face: the smaller loses charge. Clean ports after each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8100" y="9146540"/>
            <a:ext cx="2997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8100" y="9337040"/>
            <a:ext cx="29972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50"/>
              </a:lnSpc>
              <a:spcAft>
                <a:spcPts val="0"/>
              </a:spcAft>
            </a:pPr>
            <a:r>
              <a:rPr sz="67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tool name and assembly number  2. O.D.  3. top connection if other than standard. Recommended accessories: 1 lipped guide and 1 mill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