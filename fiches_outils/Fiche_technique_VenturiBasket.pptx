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VENTURI BASKET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VENTURI JUNK BASKET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JUNK RETRIEVAL TOOL FOR COILED TUBING. FLUID PUMPED THROUGH THE STRING AND OUT OF NOZZLES IN THE VENTURI CHAMBER CREATES A VACUUM THAT DRAWS FLUID AND DEBRIS IN AT THE BOTTOM OF THE TOOL AND BACK UP THROUGH THE VENTURI TUBES; MOST OF IT MIXES WITH THE PRESSURIZED FLOW AND RECIRCULATES AROUND THE BOTTOM. IN EFFECT A HIGH-POWERED VACUUM CLEANER, IT WORKS WITH FLUID, MULTIPHASE FLUID, FOAM OR GAS. A HOLLOW MAGNETIC SECTION WITH A FINGER-TYPE TRAP HOLDS THE JUNK INSIDE THE TOOL, AND IT DOES NOT DEPEND ON HOLE SIZE: A 3-1/8 IN. OD TOOL CAN CLEAN UP 7 IN. CASING.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78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81600"/>
          <a:ext cx="6134100" cy="1132840"/>
        </p:xfrm>
        <a:graphic>
          <a:graphicData uri="http://schemas.openxmlformats.org/drawingml/2006/table">
            <a:tbl>
              <a:tblPr/>
              <a:tblGrid>
                <a:gridCol w="1051560"/>
                <a:gridCol w="876300"/>
                <a:gridCol w="1752600"/>
                <a:gridCol w="1051560"/>
                <a:gridCol w="1402080"/>
              </a:tblGrid>
              <a:tr h="203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Size (OD)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connection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Tensile strength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0.469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 AMMT box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 AMMT box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45,840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 AMMT box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45,840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1-1/2 AMMT box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45,840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PAC pin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109,600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494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REG box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109,600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6352540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inches. All sizes: operating pressure 5,000 psi, temperature rating 0 to 350 F, standard nozzle 0.062 in.</a:t>
            </a:r>
          </a:p>
        </p:txBody>
      </p:sp>
      <p:pic>
        <p:nvPicPr>
          <p:cNvPr id="24" name="Picture 23" descr="venturi_too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6756400"/>
            <a:ext cx="313191" cy="3683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19200" y="67310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6934200"/>
            <a:ext cx="2730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Venturi suction: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nozzles create a vacuum that pulls fluid and debris into the tool from the bottom.</a:t>
            </a:r>
          </a:p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Interchangeable nozzles: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changed out to suit the available pump rate, fluid or gas.</a:t>
            </a:r>
          </a:p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Debris filter screen: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placed before the venturi chamber to keep debris out of the venturi tubes.</a:t>
            </a:r>
          </a:p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Magnetic trap: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hollow magnetic section with a finger-type trap retains junk; debris is carried out of the well inside the tool.</a:t>
            </a:r>
          </a:p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Barrel extensions: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extension tubes increase the volume of junk the tool can carry.</a:t>
            </a:r>
          </a:p>
          <a:p>
            <a:pPr algn="l">
              <a:lnSpc>
                <a:spcPts val="880"/>
              </a:lnSpc>
              <a:spcAft>
                <a:spcPts val="22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Hole size independent: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works in holes much larger than the tool 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87630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8953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60"/>
              </a:lnSpc>
              <a:spcAft>
                <a:spcPts val="0"/>
              </a:spcAft>
            </a:pPr>
            <a:r>
              <a:rPr sz="68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tool size and top connection  2. nozzle size for the pump rate and fluid  3. extension tube length(s) for the junk volume to be carried  4. service kit.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9400" y="67310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OPTIONAL NOZZLES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089400" y="6934200"/>
          <a:ext cx="2755900" cy="660400"/>
        </p:xfrm>
        <a:graphic>
          <a:graphicData uri="http://schemas.openxmlformats.org/drawingml/2006/table">
            <a:tbl>
              <a:tblPr/>
              <a:tblGrid>
                <a:gridCol w="787400"/>
                <a:gridCol w="1968500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Nozzle sizes (in.)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0.062 (std), 0.078, 0.094, 0.109, 0.125, 0.140, 0.156, 0.171, 0.187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Applies to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All sizes, 1-3/4 to 3-1/8 (two nozzle series: 1-3/4 to 2-1/4 and 2-5/8 to 3-1/8)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089400" y="77216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EXTENSION TUBES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089400" y="7924800"/>
          <a:ext cx="2755900" cy="939800"/>
        </p:xfrm>
        <a:graphic>
          <a:graphicData uri="http://schemas.openxmlformats.org/drawingml/2006/table">
            <a:tbl>
              <a:tblPr/>
              <a:tblGrid>
                <a:gridCol w="889000"/>
                <a:gridCol w="1866900"/>
              </a:tblGrid>
              <a:tr h="1778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Tool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Extension tube lengths (ft)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4, 6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4, 6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2, 4, 5, 5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40"/>
                        </a:lnSpc>
                      </a:pPr>
                      <a:r>
                        <a:rPr sz="68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4, 10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089400" y="89916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PARAMETERS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089400" y="9194800"/>
          <a:ext cx="2755900" cy="472440"/>
        </p:xfrm>
        <a:graphic>
          <a:graphicData uri="http://schemas.openxmlformats.org/drawingml/2006/table">
            <a:tbl>
              <a:tblPr/>
              <a:tblGrid>
                <a:gridCol w="787400"/>
                <a:gridCol w="1968500"/>
              </a:tblGrid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Fluids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Fluid, multiphase fluid, foam, gas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Pressure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5,000 psi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Temperature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0 to 350 F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