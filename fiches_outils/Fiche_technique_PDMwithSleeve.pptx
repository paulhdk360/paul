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POSITIVE DISPLACEMENT MOTOR WITH SLEEVE STABILIZER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POSITIVE DISPLACEMENT MUD MOTOR (PDM) FOR DIRECTIONAL AND PERFORMANCE DRILLING, FROM 3-1/8 TO 9-5/8 IN. IN STOCK. THE MOTOR IS BUILT FROM A POWER SECTION (ROTOR AND STATOR), AN ADJUSTABLE OR FIXED BENT HOUSING, A DRIVESHAFT ASSEMBLY, A SEALED OR MUD-LUBRICATED BEARING ASSEMBLY AND THE BIT BOX. THE BEARING HOUSING CARRIES A THREAD FOR A SCREW-ON SLEEVE STABILIZER (STRAIGHT OR SPIRAL BLADE) OR OFFSET PAD, USED TO TUNE THE BUILD RATE AND TO REDUCE LATERAL VIBRATION. SPEED IS PROPORTIONAL TO FLOW, TORQUE TO DIFFERENTIAL PRESSURE.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784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81600"/>
          <a:ext cx="6134095" cy="2138680"/>
        </p:xfrm>
        <a:graphic>
          <a:graphicData uri="http://schemas.openxmlformats.org/drawingml/2006/table">
            <a:tbl>
              <a:tblPr/>
              <a:tblGrid>
                <a:gridCol w="721658"/>
                <a:gridCol w="471853"/>
                <a:gridCol w="471853"/>
                <a:gridCol w="666146"/>
                <a:gridCol w="721658"/>
                <a:gridCol w="777171"/>
                <a:gridCol w="749414"/>
                <a:gridCol w="777171"/>
                <a:gridCol w="777171"/>
              </a:tblGrid>
              <a:tr h="4318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Power section OD (in)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Lobes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Stages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flow (gpm)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bit speed (rpm)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Std. max diff. press. (psi)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Std. torque (lb-ft)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High-power diff. press. (psi)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High-power torque (lb-ft)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6/7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1,314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1,970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2.6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6/7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1,820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2.9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6,277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9,420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8/9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4,674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7,010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845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8,204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12,310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7.5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8,508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1,680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12,760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8,333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6/7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9,618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1,070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14,430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6/7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6.0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15,775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1,320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23,660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22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6/7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5.6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19,377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29,070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7358380"/>
            <a:ext cx="613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One configuration per size: the highest-torque standard power section listed. Other lobe and stage combinations are available. High-power = enhanced elastomer power section (about 50% higher differential pressure). Values per manufacturer motor tables, for reference.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75946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77978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Modular motor: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power section, bent housing, driveshaft, bearing assembly and bit box can be selected to suit the job.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Adjustable bend: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field-adjustable housing (2.38, 3 or 4 degrees) for a wide range of build rates; fixed housings on request.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Sleeve stabilizer option: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threaded bearing housing takes a screw-on straight or spiral blade sleeve, or an offset pad.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Bearing assembly: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oil sealed (100% of the flow to the bit) or mud lubricated.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Driveshaft: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conventional or high-torque version for the strongest power sections.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Dump sub and rotor catch: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bypass while tripping; retrieval of the motor after a housing failure.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75946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PERFORMANCE PARAMETERS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810000" y="7785100"/>
          <a:ext cx="3035300" cy="952500"/>
        </p:xfrm>
        <a:graphic>
          <a:graphicData uri="http://schemas.openxmlformats.org/drawingml/2006/table">
            <a:tbl>
              <a:tblPr/>
              <a:tblGrid>
                <a:gridCol w="812800"/>
                <a:gridCol w="2222500"/>
              </a:tblGrid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Speed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Proportional to flow rate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Torque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Proportional to differential pressure, independent of flow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More torque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More stages, enhanced elastomer or even-wall stator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Stall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Standpipe pressure rises, penetration stops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905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If stalled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Stop rotation, slow or stop pumps, release torque slowly, lift off bottom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810000" y="89154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0" y="9105900"/>
            <a:ext cx="30353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40"/>
              </a:lnSpc>
              <a:spcAft>
                <a:spcPts val="0"/>
              </a:spcAft>
            </a:pPr>
            <a:r>
              <a:rPr sz="67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motor OD and power section (lobes, stages, standard or high-power)  2. bearing type  3. housing angle  4. sleeve stabilizer type and size, or offset pad  5. top sub / dump sub and bit box connection  6. fluid, temperature and flow range.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