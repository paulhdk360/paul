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INTENSIFIER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JARRING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JAR INTENSIFIER, HYDRAULIC FLUID SPRING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HYDRAULIC FLUID SPRING RUN WITH AN OIL JAR TO BOOST JARRING. AS THE STRING IS PULLED, A PISTON COMPRESSES A HIGHLY COMPRESSIBLE SILICONE FLUID AND STORES ENERGY JUST ABOVE THE DRILL COLLARS. WHEN THE JAR TRIPS, THIS ENERGY ACCELERATES THE COLLARS AND JAR UPWARD FOR A HIGH-IMPACT BLOW, LARGELY INDEPENDENT OF STRING DRAG OR DEPTH. IT ALSO CUSHIONS THE REBOUND AFTER EACH STROKE, AND ALLOWS FEWER DRILL COLLARS, ESPECIALLY IN SHALLOW HOLES.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784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181600"/>
          <a:ext cx="6134098" cy="2705100"/>
        </p:xfrm>
        <a:graphic>
          <a:graphicData uri="http://schemas.openxmlformats.org/drawingml/2006/table">
            <a:tbl>
              <a:tblPr/>
              <a:tblGrid>
                <a:gridCol w="567972"/>
                <a:gridCol w="567972"/>
                <a:gridCol w="851958"/>
                <a:gridCol w="1135944"/>
                <a:gridCol w="1079147"/>
                <a:gridCol w="1079147"/>
                <a:gridCol w="851958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Total stroke to solid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Collar weight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Tensile at yield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Torque at yield (ft-lb)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Fluid volume (gal)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1,100 - 1,400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1,360 - 1,800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59,400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0.195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1,560 - 2,100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118,500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0.211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2-29/32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2,200 - 3,000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194,800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2,260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0.692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2,400 - 3,300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229,200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4,068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0.375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4,200 - 5,700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345,000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7,640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0.82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3,400 - 4,600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299,700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5,340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3,500 - 4,700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179,500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2,980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0.613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3,500 - 4,700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430,300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9,920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0.92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3,600 - 4,900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375,000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11,160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6,300 - 8,500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591,900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18,420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5,600 - 7,500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468,800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1.35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10,200 - 13,800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937,000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34,320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1.57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11,800 - 16,000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917,400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40,680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4.24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13,000 - 17,500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1,013,800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48,660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3.45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11,000 - 15,000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1,587,900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64,020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4.65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12,000 - 16,000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1,621,000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92,260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69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7924800"/>
            <a:ext cx="6134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Dimensions in inches. Each intensifier is matched to a jar of the same O.D. x I.D.; connections as for the matching jar. Tensile strengths are calculated theoretical yield values (about +/-20%); torque at yield is theoretical. Figures are a guide only: apply a safety factor.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82423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84328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Energy storage: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compressible silicone fluid acts as a spring above the collars.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Splined mandrel: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torque transmitted in either direction, open or closed.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High-pressure seals: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non-extrusion ring assemblies limit seal damage and wear.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Safe to fill and use: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fluid-filled, charged with a low-pressure hand pump only.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Shock cushioning: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absorbs rebound of the string after each jarring stroke.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0" y="82423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0" y="8432800"/>
            <a:ext cx="30353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String order from the fish: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fishing tool, jar, drill collars, intensifier, string.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Stroke: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6 to 13 in under pull, depending on size.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No heavy weights above: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no collars or heavy-weight for at least 1,000 ft above the intensifier.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Hot holes: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above 180 F (82 C) bottom-hole temperature, bleed a little fluid before running.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0" y="95377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0" y="9728200"/>
            <a:ext cx="30353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60"/>
              </a:lnSpc>
              <a:spcAft>
                <a:spcPts val="0"/>
              </a:spcAft>
            </a:pPr>
            <a:r>
              <a:rPr sz="68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intensifier size and the jar it matches  2. connections and O.D., if not standard  3. spares: packing sets, piston assemblies, seal rings, fill plugs, service kit  4. special intensifier fluid.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